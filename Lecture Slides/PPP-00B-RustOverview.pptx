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_rels/presentation.xml.rels" ContentType="application/vnd.openxmlformats-package.relationships+xml"/>
  <Override PartName="/ppt/media/image1.jpeg" ContentType="image/jpeg"/>
  <Override PartName="/ppt/media/image2.jpeg" ContentType="image/jpeg"/>
  <Override PartName="/ppt/media/image3.jpeg" ContentType="image/jpeg"/>
  <Override PartName="/ppt/media/image4.jpeg" ContentType="image/jpeg"/>
  <Override PartName="/ppt/media/image5.jpeg" ContentType="image/jpeg"/>
  <Override PartName="/ppt/media/image6.gif" ContentType="image/gif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s/slide1.xml" ContentType="application/vnd.openxmlformats-officedocument.presentationml.slide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Slides/_rels/notesSlide7.xml.rels" ContentType="application/vnd.openxmlformats-package.relationships+xml"/>
  <Override PartName="/ppt/notesSlides/_rels/notesSlide6.xml.rels" ContentType="application/vnd.openxmlformats-package.relationships+xml"/>
  <Override PartName="/ppt/notesSlides/_rels/notesSlide5.xml.rels" ContentType="application/vnd.openxmlformats-package.relationships+xml"/>
  <Override PartName="/ppt/notesSlides/_rels/notesSlide4.xml.rels" ContentType="application/vnd.openxmlformats-package.relationships+xml"/>
  <Override PartName="/ppt/notesSlides/_rels/notesSlide3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.xml.rels" ContentType="application/vnd.openxmlformats-package.relationshi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</p:sldMasterIdLst>
  <p:notesMasterIdLst>
    <p:notesMasterId r:id="rId10"/>
  </p:notesMasterIdLst>
  <p:sldIdLst>
    <p:sldId id="256" r:id="rId11"/>
    <p:sldId id="257" r:id="rId12"/>
    <p:sldId id="258" r:id="rId13"/>
    <p:sldId id="259" r:id="rId14"/>
    <p:sldId id="260" r:id="rId15"/>
    <p:sldId id="261" r:id="rId16"/>
    <p:sldId id="262" r:id="rId17"/>
  </p:sldIdLst>
  <p:sldSz cx="9144000" cy="5143500"/>
  <p:notesSz cx="9144000" cy="6858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1.xml"/><Relationship Id="rId12" Type="http://schemas.openxmlformats.org/officeDocument/2006/relationships/slide" Target="slides/slide2.xml"/><Relationship Id="rId13" Type="http://schemas.openxmlformats.org/officeDocument/2006/relationships/slide" Target="slides/slide3.xml"/><Relationship Id="rId14" Type="http://schemas.openxmlformats.org/officeDocument/2006/relationships/slide" Target="slides/slide4.xml"/><Relationship Id="rId15" Type="http://schemas.openxmlformats.org/officeDocument/2006/relationships/slide" Target="slides/slide5.xml"/><Relationship Id="rId16" Type="http://schemas.openxmlformats.org/officeDocument/2006/relationships/slide" Target="slides/slide6.xml"/><Relationship Id="rId17" Type="http://schemas.openxmlformats.org/officeDocument/2006/relationships/slide" Target="slides/slide7.xml"/><Relationship Id="rId18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9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to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move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the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slide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dt" idx="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ftr" idx="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" name="PlaceHolder 6"/>
          <p:cNvSpPr>
            <a:spLocks noGrp="1"/>
          </p:cNvSpPr>
          <p:nvPr>
            <p:ph type="sldNum" idx="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7BBFF4AA-321C-4194-9FC0-A84FCAA8F42A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sldImg"/>
          </p:nvPr>
        </p:nvSpPr>
        <p:spPr>
          <a:xfrm>
            <a:off x="2286000" y="514440"/>
            <a:ext cx="4570560" cy="2570400"/>
          </a:xfrm>
          <a:prstGeom prst="rect">
            <a:avLst/>
          </a:prstGeom>
          <a:ln w="0">
            <a:noFill/>
          </a:ln>
        </p:spPr>
      </p:sp>
      <p:sp>
        <p:nvSpPr>
          <p:cNvPr id="57" name="PlaceHolder 2"/>
          <p:cNvSpPr>
            <a:spLocks noGrp="1"/>
          </p:cNvSpPr>
          <p:nvPr>
            <p:ph type="body"/>
          </p:nvPr>
        </p:nvSpPr>
        <p:spPr>
          <a:xfrm>
            <a:off x="914400" y="3257640"/>
            <a:ext cx="7313760" cy="3084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1 min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 type="sldNum" idx="8"/>
          </p:nvPr>
        </p:nvSpPr>
        <p:spPr>
          <a:xfrm>
            <a:off x="5180040" y="6513480"/>
            <a:ext cx="3961080" cy="3416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360DA42-E80C-433D-9310-E0A71F6CA7CC}" type="slidenum">
              <a:rPr b="0" lang="en-US" sz="1200" spc="-1" strike="noStrike">
                <a:solidFill>
                  <a:srgbClr val="000000"/>
                </a:solidFill>
                <a:latin typeface="Calibri"/>
              </a:rPr>
              <a:t>7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sldImg"/>
          </p:nvPr>
        </p:nvSpPr>
        <p:spPr>
          <a:xfrm>
            <a:off x="2286000" y="514440"/>
            <a:ext cx="4570560" cy="2570400"/>
          </a:xfrm>
          <a:prstGeom prst="rect">
            <a:avLst/>
          </a:prstGeom>
          <a:ln w="0">
            <a:noFill/>
          </a:ln>
        </p:spPr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914400" y="3257640"/>
            <a:ext cx="7313760" cy="3084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 defTabSz="45720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chemeClr val="dk1"/>
                </a:solidFill>
                <a:latin typeface="+mn-lt"/>
                <a:ea typeface="MS PGothic"/>
              </a:rPr>
              <a:t>1.5 min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 type="sldNum" idx="9"/>
          </p:nvPr>
        </p:nvSpPr>
        <p:spPr>
          <a:xfrm>
            <a:off x="5180040" y="6513480"/>
            <a:ext cx="3961080" cy="3416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8243403-8C30-48DC-AC0A-4143D8CFDDFE}" type="slidenum">
              <a:rPr b="0" lang="en-US" sz="1200" spc="-1" strike="noStrike">
                <a:solidFill>
                  <a:srgbClr val="000000"/>
                </a:solidFill>
                <a:latin typeface="Calibri"/>
              </a:rPr>
              <a:t>7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sldImg"/>
          </p:nvPr>
        </p:nvSpPr>
        <p:spPr>
          <a:xfrm>
            <a:off x="2286000" y="514440"/>
            <a:ext cx="4570560" cy="2570400"/>
          </a:xfrm>
          <a:prstGeom prst="rect">
            <a:avLst/>
          </a:prstGeom>
          <a:ln w="0">
            <a:noFill/>
          </a:ln>
        </p:spPr>
      </p:sp>
      <p:sp>
        <p:nvSpPr>
          <p:cNvPr id="63" name="PlaceHolder 2"/>
          <p:cNvSpPr>
            <a:spLocks noGrp="1"/>
          </p:cNvSpPr>
          <p:nvPr>
            <p:ph type="body"/>
          </p:nvPr>
        </p:nvSpPr>
        <p:spPr>
          <a:xfrm>
            <a:off x="914400" y="3257640"/>
            <a:ext cx="7313760" cy="3084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1 min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 type="sldNum" idx="10"/>
          </p:nvPr>
        </p:nvSpPr>
        <p:spPr>
          <a:xfrm>
            <a:off x="5180040" y="6513480"/>
            <a:ext cx="3961080" cy="3416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C8401A7-EFEA-42DD-B363-4E06DCDADE85}" type="slidenum">
              <a:rPr b="0" lang="en-US" sz="1200" spc="-1" strike="noStrike">
                <a:solidFill>
                  <a:srgbClr val="000000"/>
                </a:solidFill>
                <a:latin typeface="Calibri"/>
              </a:rPr>
              <a:t>7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sldImg"/>
          </p:nvPr>
        </p:nvSpPr>
        <p:spPr>
          <a:xfrm>
            <a:off x="2286000" y="514440"/>
            <a:ext cx="4570560" cy="2570400"/>
          </a:xfrm>
          <a:prstGeom prst="rect">
            <a:avLst/>
          </a:prstGeom>
          <a:ln w="0">
            <a:noFill/>
          </a:ln>
        </p:spPr>
      </p:sp>
      <p:sp>
        <p:nvSpPr>
          <p:cNvPr id="66" name="PlaceHolder 2"/>
          <p:cNvSpPr>
            <a:spLocks noGrp="1"/>
          </p:cNvSpPr>
          <p:nvPr>
            <p:ph type="body"/>
          </p:nvPr>
        </p:nvSpPr>
        <p:spPr>
          <a:xfrm>
            <a:off x="914400" y="3257640"/>
            <a:ext cx="7313760" cy="3084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4 min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PlaceHolder 3"/>
          <p:cNvSpPr>
            <a:spLocks noGrp="1"/>
          </p:cNvSpPr>
          <p:nvPr>
            <p:ph type="sldNum" idx="11"/>
          </p:nvPr>
        </p:nvSpPr>
        <p:spPr>
          <a:xfrm>
            <a:off x="5180040" y="6513480"/>
            <a:ext cx="3961080" cy="3416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DABC9BE-DDEE-4EF9-83F3-0824E5DAE8D4}" type="slidenum">
              <a:rPr b="0" lang="en-US" sz="1200" spc="-1" strike="noStrike">
                <a:solidFill>
                  <a:srgbClr val="000000"/>
                </a:solidFill>
                <a:latin typeface="Calibri"/>
              </a:rPr>
              <a:t>7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sldImg"/>
          </p:nvPr>
        </p:nvSpPr>
        <p:spPr>
          <a:xfrm>
            <a:off x="2286000" y="514440"/>
            <a:ext cx="4570560" cy="2570400"/>
          </a:xfrm>
          <a:prstGeom prst="rect">
            <a:avLst/>
          </a:prstGeom>
          <a:ln w="0">
            <a:noFill/>
          </a:ln>
        </p:spPr>
      </p:sp>
      <p:sp>
        <p:nvSpPr>
          <p:cNvPr id="69" name="PlaceHolder 2"/>
          <p:cNvSpPr>
            <a:spLocks noGrp="1"/>
          </p:cNvSpPr>
          <p:nvPr>
            <p:ph type="body"/>
          </p:nvPr>
        </p:nvSpPr>
        <p:spPr>
          <a:xfrm>
            <a:off x="914400" y="3257640"/>
            <a:ext cx="7313760" cy="3084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1 min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PlaceHolder 3"/>
          <p:cNvSpPr>
            <a:spLocks noGrp="1"/>
          </p:cNvSpPr>
          <p:nvPr>
            <p:ph type="sldNum" idx="12"/>
          </p:nvPr>
        </p:nvSpPr>
        <p:spPr>
          <a:xfrm>
            <a:off x="5180040" y="6513480"/>
            <a:ext cx="3961080" cy="3416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20CA446-05E5-459C-AD00-1CB388B0AEBE}" type="slidenum">
              <a:rPr b="0" lang="en-US" sz="1200" spc="-1" strike="noStrike">
                <a:solidFill>
                  <a:srgbClr val="000000"/>
                </a:solidFill>
                <a:latin typeface="Calibri"/>
              </a:rPr>
              <a:t>7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sldImg"/>
          </p:nvPr>
        </p:nvSpPr>
        <p:spPr>
          <a:xfrm>
            <a:off x="2286000" y="514440"/>
            <a:ext cx="4570560" cy="2570400"/>
          </a:xfrm>
          <a:prstGeom prst="rect">
            <a:avLst/>
          </a:prstGeom>
          <a:ln w="0">
            <a:noFill/>
          </a:ln>
        </p:spPr>
      </p:sp>
      <p:sp>
        <p:nvSpPr>
          <p:cNvPr id="72" name="PlaceHolder 2"/>
          <p:cNvSpPr>
            <a:spLocks noGrp="1"/>
          </p:cNvSpPr>
          <p:nvPr>
            <p:ph type="body"/>
          </p:nvPr>
        </p:nvSpPr>
        <p:spPr>
          <a:xfrm>
            <a:off x="914400" y="3257640"/>
            <a:ext cx="7313760" cy="3084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3.5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 type="sldNum" idx="13"/>
          </p:nvPr>
        </p:nvSpPr>
        <p:spPr>
          <a:xfrm>
            <a:off x="5180040" y="6513480"/>
            <a:ext cx="3961080" cy="3416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0F36C62-8168-4490-B43C-C71CEC42D95F}" type="slidenum">
              <a:rPr b="0" lang="en-US" sz="1200" spc="-1" strike="noStrike">
                <a:solidFill>
                  <a:srgbClr val="000000"/>
                </a:solidFill>
                <a:latin typeface="Calibri"/>
              </a:rPr>
              <a:t>7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sldImg"/>
          </p:nvPr>
        </p:nvSpPr>
        <p:spPr>
          <a:xfrm>
            <a:off x="2286000" y="514440"/>
            <a:ext cx="4570560" cy="2570400"/>
          </a:xfrm>
          <a:prstGeom prst="rect">
            <a:avLst/>
          </a:prstGeom>
          <a:ln w="0">
            <a:noFill/>
          </a:ln>
        </p:spPr>
      </p:sp>
      <p:sp>
        <p:nvSpPr>
          <p:cNvPr id="75" name="PlaceHolder 2"/>
          <p:cNvSpPr>
            <a:spLocks noGrp="1"/>
          </p:cNvSpPr>
          <p:nvPr>
            <p:ph type="body"/>
          </p:nvPr>
        </p:nvSpPr>
        <p:spPr>
          <a:xfrm>
            <a:off x="914400" y="3257640"/>
            <a:ext cx="7313760" cy="3084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1 min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Total: 23 min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PlaceHolder 3"/>
          <p:cNvSpPr>
            <a:spLocks noGrp="1"/>
          </p:cNvSpPr>
          <p:nvPr>
            <p:ph type="sldNum" idx="14"/>
          </p:nvPr>
        </p:nvSpPr>
        <p:spPr>
          <a:xfrm>
            <a:off x="5180040" y="6513480"/>
            <a:ext cx="3961080" cy="3416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5807F68-E63C-4BFC-91E5-E17F5A16E30A}" type="slidenum">
              <a:rPr b="0" lang="en-US" sz="1200" spc="-1" strike="noStrike">
                <a:solidFill>
                  <a:srgbClr val="000000"/>
                </a:solidFill>
                <a:latin typeface="Calibri"/>
              </a:rPr>
              <a:t>7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97F58A41-3070-473E-8BC2-B465BEC58C39}" type="slidenum">
              <a:t>&lt;#&gt;</a:t>
            </a:fld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FD5B9D08-D5C9-4257-954F-566C59C3A965}" type="slidenum">
              <a:t>&lt;#&gt;</a:t>
            </a:fld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AF46948-5466-4F49-B83F-C0567F2D6492}" type="slidenum">
              <a:t>&lt;#&gt;</a:t>
            </a:fld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Relationship Id="rId4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1.jpeg"/><Relationship Id="rId3" Type="http://schemas.openxmlformats.org/officeDocument/2006/relationships/image" Target="../media/image3.jpeg"/><Relationship Id="rId4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image" Target="../media/image1.jpeg"/><Relationship Id="rId3" Type="http://schemas.openxmlformats.org/officeDocument/2006/relationships/image" Target="../media/image4.jpeg"/><Relationship Id="rId4" Type="http://schemas.openxmlformats.org/officeDocument/2006/relationships/image" Target="../media/image5.jpeg"/><Relationship Id="rId5" Type="http://schemas.openxmlformats.org/officeDocument/2006/relationships/slideLayout" Target="../slideLayouts/slideLayout8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0" name="Picture 3" descr=""/>
          <p:cNvPicPr/>
          <p:nvPr/>
        </p:nvPicPr>
        <p:blipFill>
          <a:blip r:embed="rId2"/>
          <a:srcRect l="0" t="-4" r="0" b="84"/>
          <a:stretch/>
        </p:blipFill>
        <p:spPr>
          <a:xfrm>
            <a:off x="0" y="0"/>
            <a:ext cx="9142560" cy="5137560"/>
          </a:xfrm>
          <a:prstGeom prst="rect">
            <a:avLst/>
          </a:prstGeom>
          <a:ln w="0">
            <a:noFill/>
          </a:ln>
        </p:spPr>
      </p:pic>
      <p:sp>
        <p:nvSpPr>
          <p:cNvPr id="1" name="Rectangle 2"/>
          <p:cNvSpPr/>
          <p:nvPr/>
        </p:nvSpPr>
        <p:spPr>
          <a:xfrm>
            <a:off x="0" y="0"/>
            <a:ext cx="9142560" cy="514224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innerShdw blurRad="50800" dir="13500000" dist="25400">
              <a:srgbClr val="ffffff">
                <a:alpha val="75000"/>
              </a:srgbClr>
            </a:innerShdw>
            <a:outerShdw blurRad="63360" dir="5400000" dist="25560" rotWithShape="0">
              <a:srgbClr val="808080">
                <a:alpha val="7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Rockwell"/>
              <a:ea typeface="MS PGothic"/>
            </a:endParaRPr>
          </a:p>
        </p:txBody>
      </p:sp>
      <p:pic>
        <p:nvPicPr>
          <p:cNvPr id="2" name="Picture 1" descr=""/>
          <p:cNvPicPr/>
          <p:nvPr/>
        </p:nvPicPr>
        <p:blipFill>
          <a:blip r:embed="rId3"/>
          <a:stretch/>
        </p:blipFill>
        <p:spPr>
          <a:xfrm>
            <a:off x="0" y="720"/>
            <a:ext cx="9139680" cy="5140440"/>
          </a:xfrm>
          <a:prstGeom prst="rect">
            <a:avLst/>
          </a:prstGeom>
          <a:ln w="0">
            <a:noFill/>
          </a:ln>
        </p:spPr>
      </p:pic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to edit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the title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text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4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3" descr=""/>
          <p:cNvPicPr/>
          <p:nvPr/>
        </p:nvPicPr>
        <p:blipFill>
          <a:blip r:embed="rId2"/>
          <a:srcRect l="0" t="-4" r="0" b="84"/>
          <a:stretch/>
        </p:blipFill>
        <p:spPr>
          <a:xfrm>
            <a:off x="0" y="0"/>
            <a:ext cx="9142560" cy="5137560"/>
          </a:xfrm>
          <a:prstGeom prst="rect">
            <a:avLst/>
          </a:prstGeom>
          <a:ln w="0">
            <a:noFill/>
          </a:ln>
        </p:spPr>
      </p:pic>
      <p:sp>
        <p:nvSpPr>
          <p:cNvPr id="6" name="Rectangle 5"/>
          <p:cNvSpPr/>
          <p:nvPr/>
        </p:nvSpPr>
        <p:spPr>
          <a:xfrm>
            <a:off x="0" y="0"/>
            <a:ext cx="9142560" cy="514224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innerShdw blurRad="50800" dir="13500000" dist="25400">
              <a:srgbClr val="ffffff">
                <a:alpha val="75000"/>
              </a:srgbClr>
            </a:innerShdw>
            <a:outerShdw blurRad="63360" dir="5400000" dist="25560" rotWithShape="0">
              <a:srgbClr val="808080">
                <a:alpha val="7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Rockwell"/>
              <a:ea typeface="MS PGothic"/>
            </a:endParaRPr>
          </a:p>
        </p:txBody>
      </p:sp>
      <p:pic>
        <p:nvPicPr>
          <p:cNvPr id="7" name="Picture 3" descr=""/>
          <p:cNvPicPr/>
          <p:nvPr/>
        </p:nvPicPr>
        <p:blipFill>
          <a:blip r:embed="rId3"/>
          <a:stretch/>
        </p:blipFill>
        <p:spPr>
          <a:xfrm>
            <a:off x="0" y="720"/>
            <a:ext cx="9139680" cy="5140440"/>
          </a:xfrm>
          <a:prstGeom prst="rect">
            <a:avLst/>
          </a:prstGeom>
          <a:ln w="0">
            <a:noFill/>
          </a:ln>
        </p:spPr>
      </p:pic>
      <p:sp>
        <p:nvSpPr>
          <p:cNvPr id="8" name="TextBox 4"/>
          <p:cNvSpPr/>
          <p:nvPr/>
        </p:nvSpPr>
        <p:spPr>
          <a:xfrm>
            <a:off x="786600" y="1042560"/>
            <a:ext cx="216900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chemeClr val="lt1"/>
                </a:solidFill>
                <a:latin typeface="Cambria"/>
                <a:ea typeface="MS PGothic"/>
              </a:rPr>
              <a:t>DEPARTMENT OR UNIT NAME. DELETE FROM MASTER SLIDE IF N/A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4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3" descr=""/>
          <p:cNvPicPr/>
          <p:nvPr/>
        </p:nvPicPr>
        <p:blipFill>
          <a:blip r:embed="rId2"/>
          <a:srcRect l="0" t="-4" r="0" b="84"/>
          <a:stretch/>
        </p:blipFill>
        <p:spPr>
          <a:xfrm>
            <a:off x="0" y="0"/>
            <a:ext cx="9142560" cy="5137560"/>
          </a:xfrm>
          <a:prstGeom prst="rect">
            <a:avLst/>
          </a:prstGeom>
          <a:ln w="0">
            <a:noFill/>
          </a:ln>
        </p:spPr>
      </p:pic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3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3" descr=""/>
          <p:cNvPicPr/>
          <p:nvPr/>
        </p:nvPicPr>
        <p:blipFill>
          <a:blip r:embed="rId2"/>
          <a:srcRect l="0" t="-4" r="0" b="84"/>
          <a:stretch/>
        </p:blipFill>
        <p:spPr>
          <a:xfrm>
            <a:off x="0" y="0"/>
            <a:ext cx="9142560" cy="5137560"/>
          </a:xfrm>
          <a:prstGeom prst="rect">
            <a:avLst/>
          </a:prstGeom>
          <a:ln w="0">
            <a:noFill/>
          </a:ln>
        </p:spPr>
      </p:pic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3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3" descr=""/>
          <p:cNvPicPr/>
          <p:nvPr/>
        </p:nvPicPr>
        <p:blipFill>
          <a:blip r:embed="rId2"/>
          <a:srcRect l="0" t="-4" r="0" b="84"/>
          <a:stretch/>
        </p:blipFill>
        <p:spPr>
          <a:xfrm>
            <a:off x="0" y="0"/>
            <a:ext cx="9142560" cy="5137560"/>
          </a:xfrm>
          <a:prstGeom prst="rect">
            <a:avLst/>
          </a:prstGeom>
          <a:ln w="0">
            <a:noFill/>
          </a:ln>
        </p:spPr>
      </p:pic>
      <p:sp>
        <p:nvSpPr>
          <p:cNvPr id="12" name="PlaceHolder 1"/>
          <p:cNvSpPr>
            <a:spLocks noGrp="1"/>
          </p:cNvSpPr>
          <p:nvPr>
            <p:ph type="sldNum" idx="1"/>
          </p:nvPr>
        </p:nvSpPr>
        <p:spPr>
          <a:xfrm>
            <a:off x="7049160" y="4767120"/>
            <a:ext cx="2055960" cy="27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lt1">
                    <a:tint val="75000"/>
                  </a:schemeClr>
                </a:solidFill>
                <a:latin typeface="Rockwell"/>
                <a:ea typeface="MS PGothic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4B6235ED-E955-4FD3-AB81-5B0E38B4D441}" type="slidenum">
              <a:rPr b="0" lang="en-US" sz="1200" spc="-1" strike="noStrike">
                <a:solidFill>
                  <a:schemeClr val="lt1">
                    <a:tint val="75000"/>
                  </a:schemeClr>
                </a:solidFill>
                <a:latin typeface="Rockwell"/>
                <a:ea typeface="MS PGothic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to edit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the title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text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3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3" descr=""/>
          <p:cNvPicPr/>
          <p:nvPr/>
        </p:nvPicPr>
        <p:blipFill>
          <a:blip r:embed="rId2"/>
          <a:srcRect l="0" t="-4" r="0" b="84"/>
          <a:stretch/>
        </p:blipFill>
        <p:spPr>
          <a:xfrm>
            <a:off x="0" y="0"/>
            <a:ext cx="9142560" cy="5137560"/>
          </a:xfrm>
          <a:prstGeom prst="rect">
            <a:avLst/>
          </a:prstGeom>
          <a:ln w="0">
            <a:noFill/>
          </a:ln>
        </p:spPr>
      </p:pic>
      <p:sp>
        <p:nvSpPr>
          <p:cNvPr id="16" name="PlaceHolder 1"/>
          <p:cNvSpPr>
            <a:spLocks noGrp="1"/>
          </p:cNvSpPr>
          <p:nvPr>
            <p:ph type="sldNum" idx="2"/>
          </p:nvPr>
        </p:nvSpPr>
        <p:spPr>
          <a:xfrm>
            <a:off x="7049160" y="4767120"/>
            <a:ext cx="2055960" cy="27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lt1">
                    <a:tint val="75000"/>
                  </a:schemeClr>
                </a:solidFill>
                <a:latin typeface="Rockwell"/>
                <a:ea typeface="MS PGothic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938A844D-4B5E-44A8-8DAF-6142E335326B}" type="slidenum">
              <a:rPr b="0" lang="en-US" sz="1200" spc="-1" strike="noStrike">
                <a:solidFill>
                  <a:schemeClr val="lt1">
                    <a:tint val="75000"/>
                  </a:schemeClr>
                </a:solidFill>
                <a:latin typeface="Rockwell"/>
                <a:ea typeface="MS PGothic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3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3" descr=""/>
          <p:cNvPicPr/>
          <p:nvPr/>
        </p:nvPicPr>
        <p:blipFill>
          <a:blip r:embed="rId2"/>
          <a:srcRect l="0" t="-4" r="0" b="84"/>
          <a:stretch/>
        </p:blipFill>
        <p:spPr>
          <a:xfrm>
            <a:off x="0" y="0"/>
            <a:ext cx="9142560" cy="5137560"/>
          </a:xfrm>
          <a:prstGeom prst="rect">
            <a:avLst/>
          </a:prstGeom>
          <a:ln w="0">
            <a:noFill/>
          </a:ln>
        </p:spPr>
      </p:pic>
      <p:sp>
        <p:nvSpPr>
          <p:cNvPr id="18" name="PlaceHolder 1"/>
          <p:cNvSpPr>
            <a:spLocks noGrp="1"/>
          </p:cNvSpPr>
          <p:nvPr>
            <p:ph type="sldNum" idx="3"/>
          </p:nvPr>
        </p:nvSpPr>
        <p:spPr>
          <a:xfrm>
            <a:off x="7049160" y="4767120"/>
            <a:ext cx="2055960" cy="27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lt1">
                    <a:tint val="75000"/>
                  </a:schemeClr>
                </a:solidFill>
                <a:latin typeface="Rockwell"/>
                <a:ea typeface="MS PGothic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0B95FE58-3BD8-40B7-A540-CBBCB8798E31}" type="slidenum">
              <a:rPr b="0" lang="en-US" sz="1200" spc="-1" strike="noStrike">
                <a:solidFill>
                  <a:schemeClr val="lt1">
                    <a:tint val="75000"/>
                  </a:schemeClr>
                </a:solidFill>
                <a:latin typeface="Rockwell"/>
                <a:ea typeface="MS PGothic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3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3" descr=""/>
          <p:cNvPicPr/>
          <p:nvPr/>
        </p:nvPicPr>
        <p:blipFill>
          <a:blip r:embed="rId2"/>
          <a:srcRect l="0" t="-4" r="0" b="84"/>
          <a:stretch/>
        </p:blipFill>
        <p:spPr>
          <a:xfrm>
            <a:off x="0" y="0"/>
            <a:ext cx="9142560" cy="5137560"/>
          </a:xfrm>
          <a:prstGeom prst="rect">
            <a:avLst/>
          </a:prstGeom>
          <a:ln w="0">
            <a:noFill/>
          </a:ln>
        </p:spPr>
      </p:pic>
      <p:sp>
        <p:nvSpPr>
          <p:cNvPr id="20" name="Rectangle 2"/>
          <p:cNvSpPr/>
          <p:nvPr/>
        </p:nvSpPr>
        <p:spPr>
          <a:xfrm>
            <a:off x="0" y="0"/>
            <a:ext cx="9142560" cy="514224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innerShdw blurRad="50800" dir="13500000" dist="25400">
              <a:srgbClr val="ffffff">
                <a:alpha val="75000"/>
              </a:srgbClr>
            </a:innerShdw>
            <a:outerShdw blurRad="63360" dir="5400000" dist="25560" rotWithShape="0">
              <a:srgbClr val="808080">
                <a:alpha val="7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Rockwell"/>
              <a:ea typeface="MS PGothic"/>
            </a:endParaRPr>
          </a:p>
        </p:txBody>
      </p:sp>
      <p:pic>
        <p:nvPicPr>
          <p:cNvPr id="21" name="Picture 1" descr=""/>
          <p:cNvPicPr/>
          <p:nvPr/>
        </p:nvPicPr>
        <p:blipFill>
          <a:blip r:embed="rId3"/>
          <a:stretch/>
        </p:blipFill>
        <p:spPr>
          <a:xfrm>
            <a:off x="0" y="720"/>
            <a:ext cx="9139680" cy="5140440"/>
          </a:xfrm>
          <a:prstGeom prst="rect">
            <a:avLst/>
          </a:prstGeom>
          <a:ln w="0">
            <a:noFill/>
          </a:ln>
        </p:spPr>
      </p:pic>
      <p:pic>
        <p:nvPicPr>
          <p:cNvPr id="22" name="Picture 4" descr=""/>
          <p:cNvPicPr/>
          <p:nvPr/>
        </p:nvPicPr>
        <p:blipFill>
          <a:blip r:embed="rId4"/>
          <a:stretch/>
        </p:blipFill>
        <p:spPr>
          <a:xfrm>
            <a:off x="-2880" y="1440"/>
            <a:ext cx="9139680" cy="5140440"/>
          </a:xfrm>
          <a:prstGeom prst="rect">
            <a:avLst/>
          </a:prstGeom>
          <a:ln w="0">
            <a:noFill/>
          </a:ln>
        </p:spPr>
      </p:pic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5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6.gif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hyperlink" Target="https://www.rust-lang.org/learn" TargetMode="External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hyperlink" Target="https://play.rust-lang.org/?version=stable&amp;mode=debug&amp;edition=2021" TargetMode="External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hyperlink" Target="https://rust-lang.github.io/api-guidelines/" TargetMode="External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871200" y="1956960"/>
            <a:ext cx="8271360" cy="8067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lnSpc>
                <a:spcPct val="80000"/>
              </a:lnSpc>
              <a:buNone/>
              <a:tabLst>
                <a:tab algn="l" pos="0"/>
              </a:tabLst>
            </a:pPr>
            <a:r>
              <a:rPr b="0" lang="en-US" sz="3800" spc="-1" strike="noStrike">
                <a:solidFill>
                  <a:schemeClr val="lt1"/>
                </a:solidFill>
                <a:latin typeface="Arial"/>
                <a:ea typeface="MS PGothic"/>
              </a:rPr>
              <a:t>Overvie</a:t>
            </a:r>
            <a:r>
              <a:rPr b="0" lang="en-US" sz="3800" spc="-1" strike="noStrike">
                <a:solidFill>
                  <a:schemeClr val="lt1"/>
                </a:solidFill>
                <a:latin typeface="Arial"/>
                <a:ea typeface="MS PGothic"/>
              </a:rPr>
              <a:t>w of </a:t>
            </a:r>
            <a:r>
              <a:rPr b="0" lang="en-US" sz="3800" spc="-1" strike="noStrike">
                <a:solidFill>
                  <a:schemeClr val="lt1"/>
                </a:solidFill>
                <a:latin typeface="Arial"/>
                <a:ea typeface="MS PGothic"/>
              </a:rPr>
              <a:t>Rust</a:t>
            </a:r>
            <a:endParaRPr b="0" lang="en-US" sz="3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871200" y="2663640"/>
            <a:ext cx="7037280" cy="6555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lnSpc>
                <a:spcPct val="100000"/>
              </a:lnSpc>
              <a:spcBef>
                <a:spcPts val="2001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chemeClr val="lt1"/>
                </a:solidFill>
                <a:latin typeface="Arial"/>
              </a:rPr>
              <a:t>Getting Oxidized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1" name="Picture 7" descr="A blue and yellow yin yang symbol&#10;&#10;Description automatically generated"/>
          <p:cNvPicPr/>
          <p:nvPr/>
        </p:nvPicPr>
        <p:blipFill>
          <a:blip r:embed="rId1"/>
          <a:stretch/>
        </p:blipFill>
        <p:spPr>
          <a:xfrm>
            <a:off x="6085080" y="1042200"/>
            <a:ext cx="3057480" cy="30574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/>
          </p:nvPr>
        </p:nvSpPr>
        <p:spPr>
          <a:xfrm>
            <a:off x="1163880" y="1268280"/>
            <a:ext cx="6912720" cy="34974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lnSpc>
                <a:spcPct val="100000"/>
              </a:lnSpc>
              <a:spcBef>
                <a:spcPts val="2001"/>
              </a:spcBef>
              <a:buNone/>
              <a:tabLst>
                <a:tab algn="l" pos="0"/>
              </a:tabLst>
            </a:pPr>
            <a:r>
              <a:rPr b="0" lang="en-US" sz="1800" spc="-1" strike="noStrike" u="sng">
                <a:solidFill>
                  <a:schemeClr val="lt1"/>
                </a:solidFill>
                <a:uFillTx/>
                <a:latin typeface="Cambria"/>
                <a:ea typeface="MS PGothic"/>
              </a:rPr>
              <a:t>Rust is a systems language focused on enhanced productivity.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>
              <a:lnSpc>
                <a:spcPct val="100000"/>
              </a:lnSpc>
              <a:spcBef>
                <a:spcPts val="1199"/>
              </a:spcBef>
              <a:buClr>
                <a:srgbClr val="edb286"/>
              </a:buClr>
              <a:buSzPct val="75000"/>
              <a:buFont typeface="Wingdings" charset="2"/>
              <a:buChar char=""/>
              <a:tabLst>
                <a:tab algn="l" pos="0"/>
              </a:tabLst>
            </a:pPr>
            <a:r>
              <a:rPr b="0" lang="en-US" sz="1800" spc="-1" strike="noStrike">
                <a:solidFill>
                  <a:schemeClr val="lt1"/>
                </a:solidFill>
                <a:latin typeface="Cambria"/>
                <a:ea typeface="MS PGothic"/>
              </a:rPr>
              <a:t>Safety via standard library and toolchain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>
              <a:lnSpc>
                <a:spcPct val="100000"/>
              </a:lnSpc>
              <a:spcBef>
                <a:spcPts val="1199"/>
              </a:spcBef>
              <a:buClr>
                <a:srgbClr val="edb286"/>
              </a:buClr>
              <a:buSzPct val="75000"/>
              <a:buFont typeface="Wingdings" charset="2"/>
              <a:buChar char=""/>
              <a:tabLst>
                <a:tab algn="l" pos="0"/>
              </a:tabLst>
            </a:pPr>
            <a:r>
              <a:rPr b="0" lang="en-US" sz="1800" spc="-1" strike="noStrike">
                <a:solidFill>
                  <a:schemeClr val="lt1"/>
                </a:solidFill>
                <a:latin typeface="Cambria"/>
                <a:ea typeface="MS PGothic"/>
              </a:rPr>
              <a:t>Concurrency support as a expectation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>
              <a:lnSpc>
                <a:spcPct val="100000"/>
              </a:lnSpc>
              <a:spcBef>
                <a:spcPts val="1199"/>
              </a:spcBef>
              <a:buClr>
                <a:srgbClr val="edb286"/>
              </a:buClr>
              <a:buSzPct val="75000"/>
              <a:buFont typeface="Wingdings" charset="2"/>
              <a:buChar char=""/>
              <a:tabLst>
                <a:tab algn="l" pos="0"/>
              </a:tabLst>
            </a:pPr>
            <a:r>
              <a:rPr b="0" lang="en-US" sz="1800" spc="-1" strike="noStrike">
                <a:solidFill>
                  <a:schemeClr val="lt1"/>
                </a:solidFill>
                <a:latin typeface="Cambria"/>
                <a:ea typeface="MS PGothic"/>
              </a:rPr>
              <a:t>Speed via compile time checks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>
              <a:lnSpc>
                <a:spcPct val="100000"/>
              </a:lnSpc>
              <a:spcBef>
                <a:spcPts val="1199"/>
              </a:spcBef>
              <a:buClr>
                <a:srgbClr val="edb286"/>
              </a:buClr>
              <a:buSzPct val="75000"/>
              <a:buFont typeface="Wingdings" charset="2"/>
              <a:buChar char=""/>
              <a:tabLst>
                <a:tab algn="l" pos="0"/>
              </a:tabLst>
            </a:pPr>
            <a:r>
              <a:rPr b="0" lang="en-US" sz="1800" spc="-1" strike="noStrike">
                <a:solidFill>
                  <a:schemeClr val="lt1"/>
                </a:solidFill>
                <a:latin typeface="Cambria"/>
                <a:ea typeface="MS PGothic"/>
              </a:rPr>
              <a:t>Documentation as a core feature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b="0" i="1" lang="en-US" sz="1800" spc="-1" strike="noStrike">
                <a:solidFill>
                  <a:schemeClr val="lt1"/>
                </a:solidFill>
                <a:latin typeface="Cambria"/>
                <a:ea typeface="MS PGothic"/>
              </a:rPr>
              <a:t>– </a:t>
            </a:r>
            <a:r>
              <a:rPr b="0" i="1" lang="en-US" sz="1800" spc="-1" strike="noStrike">
                <a:solidFill>
                  <a:schemeClr val="lt1"/>
                </a:solidFill>
                <a:latin typeface="Cambria"/>
                <a:ea typeface="MS PGothic"/>
              </a:rPr>
              <a:t>From “</a:t>
            </a:r>
            <a:r>
              <a:rPr b="0" i="1" lang="en-US" sz="1800" spc="-1" strike="noStrike" u="sng">
                <a:solidFill>
                  <a:schemeClr val="lt1"/>
                </a:solidFill>
                <a:uFillTx/>
                <a:latin typeface="Cambria"/>
                <a:ea typeface="MS PGothic"/>
                <a:hlinkClick r:id="rId1"/>
              </a:rPr>
              <a:t>Learn Rust</a:t>
            </a:r>
            <a:r>
              <a:rPr b="0" i="1" lang="en-US" sz="1800" spc="-1" strike="noStrike">
                <a:solidFill>
                  <a:schemeClr val="lt1"/>
                </a:solidFill>
                <a:latin typeface="Cambria"/>
                <a:ea typeface="MS PGothic"/>
              </a:rPr>
              <a:t>”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1199"/>
              </a:spcBef>
              <a:buNone/>
              <a:tabLst>
                <a:tab algn="l" pos="0"/>
              </a:tabLst>
            </a:pPr>
            <a:br>
              <a:rPr sz="1800"/>
            </a:br>
            <a:r>
              <a:rPr b="1" lang="en-US" sz="1800" spc="-1" strike="noStrike" u="sng">
                <a:solidFill>
                  <a:schemeClr val="lt1"/>
                </a:solidFill>
                <a:uFillTx/>
                <a:latin typeface="Cambria"/>
                <a:ea typeface="MS PGothic"/>
              </a:rPr>
              <a:t>More on this soon!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title"/>
          </p:nvPr>
        </p:nvSpPr>
        <p:spPr>
          <a:xfrm>
            <a:off x="508680" y="561600"/>
            <a:ext cx="8124840" cy="8355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pc="-1" strike="noStrike">
                <a:solidFill>
                  <a:schemeClr val="lt1"/>
                </a:solidFill>
                <a:latin typeface="Arial"/>
                <a:ea typeface="MS PGothic"/>
              </a:rPr>
              <a:t>What is </a:t>
            </a:r>
            <a:r>
              <a:rPr b="0" lang="en-US" sz="3600" spc="-1" strike="noStrike">
                <a:solidFill>
                  <a:schemeClr val="lt1"/>
                </a:solidFill>
                <a:latin typeface="Arial"/>
                <a:ea typeface="MS PGothic"/>
              </a:rPr>
              <a:t>Rust?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A30B58B5-037D-477E-9D79-60481F61E168}" type="slidenum">
              <a:t>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" dur="500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2" dur="500"/>
                                        <p:tgtEl>
                                          <p:spTgt spid="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7" dur="500"/>
                                        <p:tgtEl>
                                          <p:spTgt spid="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2" dur="500"/>
                                        <p:tgtEl>
                                          <p:spTgt spid="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7" dur="500"/>
                                        <p:tgtEl>
                                          <p:spTgt spid="3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2" dur="500"/>
                                        <p:tgtEl>
                                          <p:spTgt spid="3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7" dur="500"/>
                                        <p:tgtEl>
                                          <p:spTgt spid="3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/>
          </p:nvPr>
        </p:nvSpPr>
        <p:spPr>
          <a:xfrm>
            <a:off x="717840" y="1475280"/>
            <a:ext cx="7967880" cy="16146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lnSpc>
                <a:spcPct val="100000"/>
              </a:lnSpc>
              <a:spcBef>
                <a:spcPts val="2001"/>
              </a:spcBef>
              <a:buNone/>
              <a:tabLst>
                <a:tab algn="l" pos="0"/>
              </a:tabLst>
            </a:pPr>
            <a:r>
              <a:rPr b="0" lang="en-US" sz="1800" spc="-1" strike="noStrike" u="sng">
                <a:solidFill>
                  <a:schemeClr val="lt1"/>
                </a:solidFill>
                <a:uFillTx/>
                <a:latin typeface="Cambria"/>
                <a:ea typeface="MS PGothic"/>
                <a:hlinkClick r:id="rId1"/>
              </a:rPr>
              <a:t>https://play.rust-lang.org/?version=stable&amp;mode=debug&amp;edition=2021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title"/>
          </p:nvPr>
        </p:nvSpPr>
        <p:spPr>
          <a:xfrm>
            <a:off x="289800" y="620640"/>
            <a:ext cx="8562600" cy="8355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pc="-1" strike="noStrike">
                <a:solidFill>
                  <a:schemeClr val="lt1"/>
                </a:solidFill>
                <a:latin typeface="Arial"/>
                <a:ea typeface="MS PGothic"/>
              </a:rPr>
              <a:t>Playgrou</a:t>
            </a:r>
            <a:r>
              <a:rPr b="0" lang="en-US" sz="3600" spc="-1" strike="noStrike">
                <a:solidFill>
                  <a:schemeClr val="lt1"/>
                </a:solidFill>
                <a:latin typeface="Arial"/>
                <a:ea typeface="MS PGothic"/>
              </a:rPr>
              <a:t>nd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6238645C-503A-42C0-A56B-D8F09CD1390A}" type="slidenum">
              <a:t>3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/>
          </p:nvPr>
        </p:nvSpPr>
        <p:spPr>
          <a:xfrm>
            <a:off x="289800" y="1107000"/>
            <a:ext cx="4056120" cy="19850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lnSpc>
                <a:spcPct val="100000"/>
              </a:lnSpc>
              <a:spcBef>
                <a:spcPts val="601"/>
              </a:spcBef>
              <a:buNone/>
              <a:tabLst>
                <a:tab algn="l" pos="0"/>
              </a:tabLst>
            </a:pPr>
            <a:r>
              <a:rPr b="0" lang="en-US" sz="1800" spc="-1" strike="noStrike" u="sng">
                <a:solidFill>
                  <a:schemeClr val="lt1"/>
                </a:solidFill>
                <a:uFillTx/>
                <a:latin typeface="Cambria"/>
                <a:ea typeface="MS PGothic"/>
                <a:hlinkClick r:id="rId1"/>
              </a:rPr>
              <a:t>Rust API Guidelines</a:t>
            </a:r>
            <a:r>
              <a:rPr b="0" lang="en-US" sz="1800" spc="-1" strike="noStrike" u="sng">
                <a:solidFill>
                  <a:schemeClr val="lt1"/>
                </a:solidFill>
                <a:uFillTx/>
                <a:latin typeface="Cambria"/>
                <a:ea typeface="MS PGothic"/>
              </a:rPr>
              <a:t>: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>
              <a:lnSpc>
                <a:spcPct val="100000"/>
              </a:lnSpc>
              <a:spcBef>
                <a:spcPts val="601"/>
              </a:spcBef>
              <a:buClr>
                <a:srgbClr val="edb286"/>
              </a:buClr>
              <a:buSzPct val="75000"/>
              <a:buFont typeface="Wingdings" charset="2"/>
              <a:buChar char=""/>
              <a:tabLst>
                <a:tab algn="l" pos="0"/>
              </a:tabLst>
            </a:pPr>
            <a:r>
              <a:rPr b="0" lang="en-US" sz="1800" spc="-1" strike="noStrike">
                <a:solidFill>
                  <a:schemeClr val="lt1"/>
                </a:solidFill>
                <a:latin typeface="Cambria"/>
                <a:ea typeface="MS PGothic"/>
              </a:rPr>
              <a:t>Match existing style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>
              <a:lnSpc>
                <a:spcPct val="100000"/>
              </a:lnSpc>
              <a:spcBef>
                <a:spcPts val="601"/>
              </a:spcBef>
              <a:buClr>
                <a:srgbClr val="edb286"/>
              </a:buClr>
              <a:buSzPct val="75000"/>
              <a:buFont typeface="Wingdings" charset="2"/>
              <a:buChar char=""/>
              <a:tabLst>
                <a:tab algn="l" pos="0"/>
              </a:tabLst>
            </a:pPr>
            <a:r>
              <a:rPr b="0" lang="en-US" sz="1800" spc="-1" strike="noStrike">
                <a:solidFill>
                  <a:schemeClr val="lt1"/>
                </a:solidFill>
                <a:latin typeface="Cambria"/>
                <a:ea typeface="MS PGothic"/>
              </a:rPr>
              <a:t>Imports typically at the top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>
              <a:lnSpc>
                <a:spcPct val="100000"/>
              </a:lnSpc>
              <a:spcBef>
                <a:spcPts val="601"/>
              </a:spcBef>
              <a:buClr>
                <a:srgbClr val="edb286"/>
              </a:buClr>
              <a:buSzPct val="75000"/>
              <a:buFont typeface="Wingdings" charset="2"/>
              <a:buChar char=""/>
              <a:tabLst>
                <a:tab algn="l" pos="0"/>
              </a:tabLst>
            </a:pPr>
            <a:r>
              <a:rPr b="0" lang="en-US" sz="1800" spc="-1" strike="noStrike">
                <a:solidFill>
                  <a:schemeClr val="lt1"/>
                </a:solidFill>
                <a:latin typeface="Cambria"/>
                <a:ea typeface="MS PGothic"/>
              </a:rPr>
              <a:t>Docstrings (///) use markdown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>
              <a:lnSpc>
                <a:spcPct val="100000"/>
              </a:lnSpc>
              <a:spcBef>
                <a:spcPts val="601"/>
              </a:spcBef>
              <a:buClr>
                <a:srgbClr val="edb286"/>
              </a:buClr>
              <a:buSzPct val="75000"/>
              <a:buFont typeface="Wingdings" charset="2"/>
              <a:buChar char=""/>
              <a:tabLst>
                <a:tab algn="l" pos="0"/>
              </a:tabLst>
            </a:pPr>
            <a:r>
              <a:rPr b="0" lang="en-US" sz="1800" spc="-1" strike="noStrike">
                <a:solidFill>
                  <a:schemeClr val="lt1"/>
                </a:solidFill>
                <a:latin typeface="Cambria"/>
                <a:ea typeface="MS PGothic"/>
              </a:rPr>
              <a:t>Use descriptive method names*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 type="title"/>
          </p:nvPr>
        </p:nvSpPr>
        <p:spPr>
          <a:xfrm>
            <a:off x="289800" y="392040"/>
            <a:ext cx="8562600" cy="6228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pc="-1" strike="noStrike">
                <a:solidFill>
                  <a:schemeClr val="lt1"/>
                </a:solidFill>
                <a:latin typeface="Arial"/>
                <a:ea typeface="MS PGothic"/>
              </a:rPr>
              <a:t>Rust </a:t>
            </a:r>
            <a:r>
              <a:rPr b="0" lang="en-US" sz="3600" spc="-1" strike="noStrike">
                <a:solidFill>
                  <a:schemeClr val="lt1"/>
                </a:solidFill>
                <a:latin typeface="Arial"/>
                <a:ea typeface="MS PGothic"/>
              </a:rPr>
              <a:t>Best </a:t>
            </a:r>
            <a:r>
              <a:rPr b="0" lang="en-US" sz="3600" spc="-1" strike="noStrike">
                <a:solidFill>
                  <a:schemeClr val="lt1"/>
                </a:solidFill>
                <a:latin typeface="Arial"/>
                <a:ea typeface="MS PGothic"/>
              </a:rPr>
              <a:t>Practice</a:t>
            </a:r>
            <a:r>
              <a:rPr b="0" lang="en-US" sz="3600" spc="-1" strike="noStrike">
                <a:solidFill>
                  <a:schemeClr val="lt1"/>
                </a:solidFill>
                <a:latin typeface="Arial"/>
                <a:ea typeface="MS PGothic"/>
              </a:rPr>
              <a:t>s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38" name="Table 9"/>
          <p:cNvGraphicFramePr/>
          <p:nvPr/>
        </p:nvGraphicFramePr>
        <p:xfrm>
          <a:off x="4572000" y="1120680"/>
          <a:ext cx="4057200" cy="2205360"/>
        </p:xfrm>
        <a:graphic>
          <a:graphicData uri="http://schemas.openxmlformats.org/drawingml/2006/table">
            <a:tbl>
              <a:tblPr/>
              <a:tblGrid>
                <a:gridCol w="1558440"/>
                <a:gridCol w="2499120"/>
              </a:tblGrid>
              <a:tr h="367560">
                <a:tc gridSpan="2"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-US" sz="1600" spc="-1" strike="noStrike">
                          <a:solidFill>
                            <a:schemeClr val="lt1"/>
                          </a:solidFill>
                          <a:latin typeface="Cambria"/>
                          <a:ea typeface="Cambria"/>
                        </a:rPr>
                        <a:t>Identifier Type</a:t>
                      </a:r>
                      <a:endParaRPr b="0" lang="en-US" sz="16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  <a:tr h="36756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chemeClr val="dk1"/>
                          </a:solidFill>
                          <a:latin typeface="Cambria"/>
                          <a:ea typeface="Cambria"/>
                        </a:rPr>
                        <a:t>Modules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chemeClr val="dk1"/>
                          </a:solidFill>
                          <a:latin typeface="Cambria"/>
                          <a:ea typeface="Cambria"/>
                        </a:rPr>
                        <a:t>lower_snake_case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36756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chemeClr val="dk1"/>
                          </a:solidFill>
                          <a:latin typeface="Cambria"/>
                          <a:ea typeface="Cambria"/>
                        </a:rPr>
                        <a:t>Variables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chemeClr val="dk1"/>
                          </a:solidFill>
                          <a:latin typeface="Cambria"/>
                          <a:ea typeface="Cambria"/>
                        </a:rPr>
                        <a:t>lower_snake_case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  <a:tr h="36756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chemeClr val="dk1"/>
                          </a:solidFill>
                          <a:latin typeface="Cambria"/>
                          <a:ea typeface="Cambria"/>
                        </a:rPr>
                        <a:t>Functions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chemeClr val="dk1"/>
                          </a:solidFill>
                          <a:latin typeface="Cambria"/>
                          <a:ea typeface="Cambria"/>
                        </a:rPr>
                        <a:t>lower_snake_case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36756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chemeClr val="dk1"/>
                          </a:solidFill>
                          <a:latin typeface="Cambria"/>
                          <a:ea typeface="Cambria"/>
                        </a:rPr>
                        <a:t>Types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chemeClr val="dk1"/>
                          </a:solidFill>
                          <a:latin typeface="Cambria"/>
                          <a:ea typeface="Cambria"/>
                        </a:rPr>
                        <a:t>UpperCamelCase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  <a:tr h="36756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chemeClr val="dk1"/>
                          </a:solidFill>
                          <a:latin typeface="Cambria"/>
                          <a:ea typeface="Cambria"/>
                        </a:rPr>
                        <a:t>Constants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chemeClr val="dk1"/>
                          </a:solidFill>
                          <a:latin typeface="Cambria"/>
                          <a:ea typeface="Cambria"/>
                        </a:rPr>
                        <a:t>UPPER_SNAKE_CASE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39" name="TextBox 6"/>
          <p:cNvSpPr/>
          <p:nvPr/>
        </p:nvSpPr>
        <p:spPr>
          <a:xfrm>
            <a:off x="355320" y="3213360"/>
            <a:ext cx="3760920" cy="1096200"/>
          </a:xfrm>
          <a:prstGeom prst="rect">
            <a:avLst/>
          </a:prstGeom>
          <a:solidFill>
            <a:schemeClr val="tx1"/>
          </a:solidFill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chemeClr val="dk2">
                    <a:lumMod val="25000"/>
                    <a:lumOff val="75000"/>
                  </a:schemeClr>
                </a:solidFill>
                <a:latin typeface="Consolas"/>
                <a:ea typeface="MS PGothic"/>
              </a:rPr>
              <a:t>/// Says hello!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ffff00"/>
                </a:solidFill>
                <a:latin typeface="Consolas"/>
                <a:ea typeface="MS PGothic"/>
              </a:rPr>
              <a:t>fn</a:t>
            </a:r>
            <a:r>
              <a:rPr b="0" lang="en-US" sz="11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</a:t>
            </a:r>
            <a:r>
              <a:rPr b="0" lang="en-US" sz="1100" spc="-1" strike="noStrike">
                <a:solidFill>
                  <a:srgbClr val="ff00ff"/>
                </a:solidFill>
                <a:latin typeface="Consolas"/>
                <a:ea typeface="MS PGothic"/>
              </a:rPr>
              <a:t>main</a:t>
            </a:r>
            <a:r>
              <a:rPr b="0" lang="en-US" sz="11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()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{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chemeClr val="accent5">
                    <a:lumMod val="60000"/>
                    <a:lumOff val="40000"/>
                  </a:schemeClr>
                </a:solidFill>
                <a:latin typeface="Consolas"/>
                <a:ea typeface="MS PGothic"/>
              </a:rPr>
              <a:t>    </a:t>
            </a:r>
            <a:r>
              <a:rPr b="0" lang="en-US" sz="1100" spc="-1" strike="noStrike">
                <a:solidFill>
                  <a:schemeClr val="accent5">
                    <a:lumMod val="60000"/>
                    <a:lumOff val="40000"/>
                  </a:schemeClr>
                </a:solidFill>
                <a:latin typeface="Consolas"/>
                <a:ea typeface="MS PGothic"/>
              </a:rPr>
              <a:t>println!</a:t>
            </a:r>
            <a:r>
              <a:rPr b="0" lang="en-US" sz="11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(</a:t>
            </a:r>
            <a:r>
              <a:rPr b="0" lang="en-US" sz="1100" spc="-1" strike="noStrike">
                <a:solidFill>
                  <a:srgbClr val="00ff00"/>
                </a:solidFill>
                <a:latin typeface="Consolas"/>
                <a:ea typeface="MS PGothic"/>
              </a:rPr>
              <a:t>"Hello, Rusty World! </a:t>
            </a:r>
            <a:r>
              <a:rPr b="0" lang="en-US" sz="1100" spc="-1" strike="noStrike">
                <a:solidFill>
                  <a:srgbClr val="00ff00"/>
                </a:solidFill>
                <a:latin typeface="Wingdings"/>
                <a:ea typeface="MS PGothic"/>
              </a:rPr>
              <a:t></a:t>
            </a:r>
            <a:r>
              <a:rPr b="0" lang="en-US" sz="1100" spc="-1" strike="noStrike">
                <a:solidFill>
                  <a:srgbClr val="00ff00"/>
                </a:solidFill>
                <a:latin typeface="Consolas"/>
                <a:ea typeface="MS PGothic"/>
              </a:rPr>
              <a:t>"</a:t>
            </a:r>
            <a:r>
              <a:rPr b="0" lang="en-US" sz="11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);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chemeClr val="accent5">
                    <a:lumMod val="60000"/>
                    <a:lumOff val="40000"/>
                  </a:schemeClr>
                </a:solidFill>
                <a:latin typeface="Consolas"/>
                <a:ea typeface="MS PGothic"/>
              </a:rPr>
              <a:t>    </a:t>
            </a:r>
            <a:r>
              <a:rPr b="0" lang="en-US" sz="1100" spc="-1" strike="noStrike">
                <a:solidFill>
                  <a:schemeClr val="accent5">
                    <a:lumMod val="60000"/>
                    <a:lumOff val="40000"/>
                  </a:schemeClr>
                </a:solidFill>
                <a:latin typeface="Consolas"/>
                <a:ea typeface="MS PGothic"/>
              </a:rPr>
              <a:t>println!</a:t>
            </a:r>
            <a:r>
              <a:rPr b="0" lang="en-US" sz="11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(</a:t>
            </a:r>
            <a:r>
              <a:rPr b="0" lang="en-US" sz="1100" spc="-1" strike="noStrike">
                <a:solidFill>
                  <a:srgbClr val="00ff00"/>
                </a:solidFill>
                <a:latin typeface="Consolas"/>
                <a:ea typeface="MS PGothic"/>
              </a:rPr>
              <a:t>"Goodbye, cruel world... </a:t>
            </a:r>
            <a:r>
              <a:rPr b="0" lang="en-US" sz="1100" spc="-1" strike="noStrike">
                <a:solidFill>
                  <a:srgbClr val="00ff00"/>
                </a:solidFill>
                <a:latin typeface="Wingdings"/>
                <a:ea typeface="MS PGothic"/>
              </a:rPr>
              <a:t></a:t>
            </a:r>
            <a:r>
              <a:rPr b="0" lang="en-US" sz="1100" spc="-1" strike="noStrike">
                <a:solidFill>
                  <a:srgbClr val="00ff00"/>
                </a:solidFill>
                <a:latin typeface="Consolas"/>
                <a:ea typeface="MS PGothic"/>
              </a:rPr>
              <a:t>"</a:t>
            </a:r>
            <a:r>
              <a:rPr b="0" lang="en-US" sz="11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);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}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" name="TextBox 7"/>
          <p:cNvSpPr/>
          <p:nvPr/>
        </p:nvSpPr>
        <p:spPr>
          <a:xfrm>
            <a:off x="4572000" y="3465000"/>
            <a:ext cx="4056120" cy="760680"/>
          </a:xfrm>
          <a:prstGeom prst="rect">
            <a:avLst/>
          </a:prstGeom>
          <a:solidFill>
            <a:schemeClr val="tx1"/>
          </a:solidFill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00ff00"/>
                </a:solidFill>
                <a:latin typeface="Consolas"/>
                <a:ea typeface="MS PGothic"/>
              </a:rPr>
              <a:t>jjb@localhost</a:t>
            </a:r>
            <a:r>
              <a:rPr b="0" lang="en-US" sz="11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:</a:t>
            </a:r>
            <a:r>
              <a:rPr b="1" lang="en-US" sz="1100" spc="-1" strike="noStrike">
                <a:solidFill>
                  <a:schemeClr val="dk2">
                    <a:lumMod val="50000"/>
                    <a:lumOff val="50000"/>
                  </a:schemeClr>
                </a:solidFill>
                <a:latin typeface="Consolas"/>
                <a:ea typeface="MS PGothic"/>
              </a:rPr>
              <a:t>~</a:t>
            </a:r>
            <a:r>
              <a:rPr b="0" lang="en-US" sz="11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$ rustc hello.rs –o hello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Hello, Rustry World! </a:t>
            </a:r>
            <a:r>
              <a:rPr b="0" lang="en-US" sz="1100" spc="-1" strike="noStrike">
                <a:solidFill>
                  <a:schemeClr val="lt1">
                    <a:lumMod val="85000"/>
                  </a:schemeClr>
                </a:solidFill>
                <a:latin typeface="Wingdings"/>
                <a:ea typeface="MS PGothic"/>
              </a:rPr>
              <a:t>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Goodbye cruel world... </a:t>
            </a:r>
            <a:r>
              <a:rPr b="0" lang="en-US" sz="1100" spc="-1" strike="noStrike">
                <a:solidFill>
                  <a:schemeClr val="lt1">
                    <a:lumMod val="85000"/>
                  </a:schemeClr>
                </a:solidFill>
                <a:latin typeface="Wingdings"/>
                <a:ea typeface="MS PGothic"/>
              </a:rPr>
              <a:t>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00ff00"/>
                </a:solidFill>
                <a:latin typeface="Consolas"/>
                <a:ea typeface="MS PGothic"/>
              </a:rPr>
              <a:t>jjb@localhost</a:t>
            </a:r>
            <a:r>
              <a:rPr b="0" lang="en-US" sz="11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:</a:t>
            </a:r>
            <a:r>
              <a:rPr b="1" lang="en-US" sz="1100" spc="-1" strike="noStrike">
                <a:solidFill>
                  <a:schemeClr val="dk2">
                    <a:lumMod val="50000"/>
                    <a:lumOff val="50000"/>
                  </a:schemeClr>
                </a:solidFill>
                <a:latin typeface="Consolas"/>
                <a:ea typeface="MS PGothic"/>
              </a:rPr>
              <a:t>~</a:t>
            </a:r>
            <a:r>
              <a:rPr b="0" lang="en-US" sz="11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$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" name="Content Placeholder 1"/>
          <p:cNvSpPr/>
          <p:nvPr/>
        </p:nvSpPr>
        <p:spPr>
          <a:xfrm>
            <a:off x="284040" y="4504320"/>
            <a:ext cx="8562600" cy="44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  <a:spcBef>
                <a:spcPts val="2001"/>
              </a:spcBef>
              <a:tabLst>
                <a:tab algn="l" pos="0"/>
              </a:tabLst>
            </a:pPr>
            <a:r>
              <a:rPr b="0" lang="en-US" sz="1800" spc="-1" strike="noStrike">
                <a:solidFill>
                  <a:schemeClr val="lt1"/>
                </a:solidFill>
                <a:latin typeface="Cambria"/>
                <a:ea typeface="MS PGothic"/>
              </a:rPr>
              <a:t>Rust follows C family conventions; some method naming is proscribed.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FA831DFD-977A-4348-9B05-D36D11488EEC}" type="slidenum">
              <a:t>4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38" dur="indefinite" restart="never" nodeType="tmRoot">
          <p:childTnLst>
            <p:seq>
              <p:cTn id="39" dur="indefinite" nodeType="mainSeq">
                <p:childTnLst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4" dur="500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9" dur="500"/>
                                        <p:tgtEl>
                                          <p:spTgt spid="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4" dur="500"/>
                                        <p:tgtEl>
                                          <p:spTgt spid="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9" dur="500"/>
                                        <p:tgtEl>
                                          <p:spTgt spid="3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64" dur="500"/>
                                        <p:tgtEl>
                                          <p:spTgt spid="3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6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9" dur="500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84" dur="500"/>
                                        <p:tgtEl>
                                          <p:spTgt spid="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87" dur="500"/>
                                        <p:tgtEl>
                                          <p:spTgt spid="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90" dur="500"/>
                                        <p:tgtEl>
                                          <p:spTgt spid="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95" dur="500"/>
                                        <p:tgtEl>
                                          <p:spTgt spid="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00" dur="500"/>
                                        <p:tgtEl>
                                          <p:spTgt spid="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0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08" dur="500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13" dur="500"/>
                                        <p:tgtEl>
                                          <p:spTgt spid="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16" dur="500"/>
                                        <p:tgtEl>
                                          <p:spTgt spid="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19" dur="500"/>
                                        <p:tgtEl>
                                          <p:spTgt spid="4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2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/>
          </p:nvPr>
        </p:nvSpPr>
        <p:spPr>
          <a:xfrm>
            <a:off x="692280" y="1271880"/>
            <a:ext cx="7732800" cy="4093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 algn="ctr">
              <a:lnSpc>
                <a:spcPct val="100000"/>
              </a:lnSpc>
              <a:spcBef>
                <a:spcPts val="2001"/>
              </a:spcBef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chemeClr val="lt1"/>
                </a:solidFill>
                <a:latin typeface="Cambria"/>
                <a:ea typeface="MS PGothic"/>
              </a:rPr>
              <a:t>These keywords cannot be used as identifiers: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title"/>
          </p:nvPr>
        </p:nvSpPr>
        <p:spPr>
          <a:xfrm>
            <a:off x="289800" y="620640"/>
            <a:ext cx="8562600" cy="6984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pc="-1" strike="noStrike">
                <a:solidFill>
                  <a:schemeClr val="lt1"/>
                </a:solidFill>
                <a:latin typeface="Arial"/>
                <a:ea typeface="MS PGothic"/>
              </a:rPr>
              <a:t>Languag</a:t>
            </a:r>
            <a:r>
              <a:rPr b="0" lang="en-US" sz="3600" spc="-1" strike="noStrike">
                <a:solidFill>
                  <a:schemeClr val="lt1"/>
                </a:solidFill>
                <a:latin typeface="Arial"/>
                <a:ea typeface="MS PGothic"/>
              </a:rPr>
              <a:t>e </a:t>
            </a:r>
            <a:r>
              <a:rPr b="0" lang="en-US" sz="3600" spc="-1" strike="noStrike">
                <a:solidFill>
                  <a:schemeClr val="lt1"/>
                </a:solidFill>
                <a:latin typeface="Arial"/>
                <a:ea typeface="MS PGothic"/>
              </a:rPr>
              <a:t>Keyword</a:t>
            </a:r>
            <a:r>
              <a:rPr b="0" lang="en-US" sz="3600" spc="-1" strike="noStrike">
                <a:solidFill>
                  <a:schemeClr val="lt1"/>
                </a:solidFill>
                <a:latin typeface="Arial"/>
                <a:ea typeface="MS PGothic"/>
              </a:rPr>
              <a:t>s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44" name="Table 8"/>
          <p:cNvGraphicFramePr/>
          <p:nvPr/>
        </p:nvGraphicFramePr>
        <p:xfrm>
          <a:off x="1115640" y="1821240"/>
          <a:ext cx="6977160" cy="3046320"/>
        </p:xfrm>
        <a:graphic>
          <a:graphicData uri="http://schemas.openxmlformats.org/drawingml/2006/table">
            <a:tbl>
              <a:tblPr/>
              <a:tblGrid>
                <a:gridCol w="1100160"/>
                <a:gridCol w="1147320"/>
                <a:gridCol w="714600"/>
                <a:gridCol w="1152000"/>
                <a:gridCol w="886320"/>
                <a:gridCol w="929880"/>
                <a:gridCol w="1047240"/>
              </a:tblGrid>
              <a:tr h="36756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chemeClr val="dk2">
                              <a:lumMod val="10000"/>
                              <a:lumOff val="90000"/>
                            </a:schemeClr>
                          </a:solidFill>
                          <a:latin typeface="Rockwell"/>
                        </a:rPr>
                        <a:t>abstract</a:t>
                      </a:r>
                      <a:endParaRPr b="0" lang="en-US" sz="16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chemeClr val="dk2">
                              <a:lumMod val="10000"/>
                              <a:lumOff val="90000"/>
                            </a:schemeClr>
                          </a:solidFill>
                          <a:latin typeface="Rockwell"/>
                        </a:rPr>
                        <a:t>continue</a:t>
                      </a:r>
                      <a:endParaRPr b="0" lang="en-US" sz="16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chemeClr val="dk2">
                              <a:lumMod val="10000"/>
                              <a:lumOff val="90000"/>
                            </a:schemeClr>
                          </a:solidFill>
                          <a:latin typeface="Rockwell"/>
                        </a:rPr>
                        <a:t>final</a:t>
                      </a:r>
                      <a:endParaRPr b="0" lang="en-US" sz="16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chemeClr val="dk2">
                              <a:lumMod val="10000"/>
                              <a:lumOff val="90000"/>
                            </a:schemeClr>
                          </a:solidFill>
                          <a:latin typeface="Rockwell"/>
                        </a:rPr>
                        <a:t>macro</a:t>
                      </a:r>
                      <a:endParaRPr b="0" lang="en-US" sz="16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chemeClr val="dk2">
                              <a:lumMod val="10000"/>
                              <a:lumOff val="90000"/>
                            </a:schemeClr>
                          </a:solidFill>
                          <a:latin typeface="Rockwell"/>
                        </a:rPr>
                        <a:t>ref</a:t>
                      </a:r>
                      <a:endParaRPr b="0" lang="en-US" sz="16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chemeClr val="dk2">
                              <a:lumMod val="10000"/>
                              <a:lumOff val="90000"/>
                            </a:schemeClr>
                          </a:solidFill>
                          <a:latin typeface="Rockwell"/>
                        </a:rPr>
                        <a:t>trait</a:t>
                      </a:r>
                      <a:endParaRPr b="0" lang="en-US" sz="16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chemeClr val="dk2">
                              <a:lumMod val="10000"/>
                              <a:lumOff val="90000"/>
                            </a:schemeClr>
                          </a:solidFill>
                          <a:latin typeface="Rockwell"/>
                        </a:rPr>
                        <a:t>unsized</a:t>
                      </a:r>
                      <a:endParaRPr b="0" lang="en-US" sz="16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002060"/>
                    </a:solidFill>
                  </a:tcPr>
                </a:tc>
              </a:tr>
              <a:tr h="36756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chemeClr val="dk2">
                              <a:lumMod val="10000"/>
                              <a:lumOff val="90000"/>
                            </a:schemeClr>
                          </a:solidFill>
                          <a:latin typeface="Rockwell"/>
                        </a:rPr>
                        <a:t>as</a:t>
                      </a:r>
                      <a:endParaRPr b="0" lang="en-US" sz="16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chemeClr val="dk2">
                              <a:lumMod val="10000"/>
                              <a:lumOff val="90000"/>
                            </a:schemeClr>
                          </a:solidFill>
                          <a:latin typeface="Rockwell"/>
                        </a:rPr>
                        <a:t>crate</a:t>
                      </a:r>
                      <a:endParaRPr b="0" lang="en-US" sz="16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chemeClr val="dk2">
                              <a:lumMod val="10000"/>
                              <a:lumOff val="90000"/>
                            </a:schemeClr>
                          </a:solidFill>
                          <a:latin typeface="Rockwell"/>
                        </a:rPr>
                        <a:t>fn</a:t>
                      </a:r>
                      <a:endParaRPr b="0" lang="en-US" sz="16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chemeClr val="dk2">
                              <a:lumMod val="10000"/>
                              <a:lumOff val="90000"/>
                            </a:schemeClr>
                          </a:solidFill>
                          <a:latin typeface="Rockwell"/>
                        </a:rPr>
                        <a:t>match</a:t>
                      </a:r>
                      <a:endParaRPr b="0" lang="en-US" sz="16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chemeClr val="dk2">
                              <a:lumMod val="10000"/>
                              <a:lumOff val="90000"/>
                            </a:schemeClr>
                          </a:solidFill>
                          <a:latin typeface="Rockwell"/>
                        </a:rPr>
                        <a:t>return</a:t>
                      </a:r>
                      <a:endParaRPr b="0" lang="en-US" sz="16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rgbClr val="ff00ff"/>
                          </a:solidFill>
                          <a:latin typeface="Rockwell"/>
                        </a:rPr>
                        <a:t>true</a:t>
                      </a:r>
                      <a:endParaRPr b="0" lang="en-US" sz="16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chemeClr val="dk2">
                              <a:lumMod val="10000"/>
                              <a:lumOff val="90000"/>
                            </a:schemeClr>
                          </a:solidFill>
                          <a:latin typeface="Rockwell"/>
                        </a:rPr>
                        <a:t>virtual</a:t>
                      </a:r>
                      <a:endParaRPr b="0" lang="en-US" sz="16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002060"/>
                    </a:solidFill>
                  </a:tcPr>
                </a:tc>
              </a:tr>
              <a:tr h="36756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chemeClr val="dk2">
                              <a:lumMod val="10000"/>
                              <a:lumOff val="90000"/>
                            </a:schemeClr>
                          </a:solidFill>
                          <a:latin typeface="Rockwell"/>
                        </a:rPr>
                        <a:t>async</a:t>
                      </a:r>
                      <a:endParaRPr b="0" lang="en-US" sz="16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chemeClr val="dk2">
                              <a:lumMod val="10000"/>
                              <a:lumOff val="90000"/>
                            </a:schemeClr>
                          </a:solidFill>
                          <a:latin typeface="Rockwell"/>
                        </a:rPr>
                        <a:t>do</a:t>
                      </a:r>
                      <a:endParaRPr b="0" lang="en-US" sz="16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chemeClr val="dk2">
                              <a:lumMod val="10000"/>
                              <a:lumOff val="90000"/>
                            </a:schemeClr>
                          </a:solidFill>
                          <a:latin typeface="Rockwell"/>
                        </a:rPr>
                        <a:t>for</a:t>
                      </a:r>
                      <a:endParaRPr b="0" lang="en-US" sz="16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chemeClr val="dk2">
                              <a:lumMod val="10000"/>
                              <a:lumOff val="90000"/>
                            </a:schemeClr>
                          </a:solidFill>
                          <a:latin typeface="Rockwell"/>
                        </a:rPr>
                        <a:t>mod</a:t>
                      </a:r>
                      <a:endParaRPr b="0" lang="en-US" sz="16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chemeClr val="dk2">
                              <a:lumMod val="10000"/>
                              <a:lumOff val="90000"/>
                            </a:schemeClr>
                          </a:solidFill>
                          <a:latin typeface="Rockwell"/>
                        </a:rPr>
                        <a:t>self</a:t>
                      </a:r>
                      <a:endParaRPr b="0" lang="en-US" sz="16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chemeClr val="dk2">
                              <a:lumMod val="10000"/>
                              <a:lumOff val="90000"/>
                            </a:schemeClr>
                          </a:solidFill>
                          <a:latin typeface="Rockwell"/>
                        </a:rPr>
                        <a:t>try</a:t>
                      </a:r>
                      <a:endParaRPr b="0" lang="en-US" sz="16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chemeClr val="dk2">
                              <a:lumMod val="10000"/>
                              <a:lumOff val="90000"/>
                            </a:schemeClr>
                          </a:solidFill>
                          <a:latin typeface="Rockwell"/>
                        </a:rPr>
                        <a:t>where</a:t>
                      </a:r>
                      <a:endParaRPr b="0" lang="en-US" sz="16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002060"/>
                    </a:solidFill>
                  </a:tcPr>
                </a:tc>
              </a:tr>
              <a:tr h="36756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chemeClr val="dk2">
                              <a:lumMod val="10000"/>
                              <a:lumOff val="90000"/>
                            </a:schemeClr>
                          </a:solidFill>
                          <a:latin typeface="Rockwell"/>
                        </a:rPr>
                        <a:t>await</a:t>
                      </a:r>
                      <a:endParaRPr b="0" lang="en-US" sz="16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chemeClr val="dk2">
                              <a:lumMod val="10000"/>
                              <a:lumOff val="90000"/>
                            </a:schemeClr>
                          </a:solidFill>
                          <a:latin typeface="Rockwell"/>
                        </a:rPr>
                        <a:t>dyn</a:t>
                      </a:r>
                      <a:endParaRPr b="0" lang="en-US" sz="16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chemeClr val="dk2">
                              <a:lumMod val="10000"/>
                              <a:lumOff val="90000"/>
                            </a:schemeClr>
                          </a:solidFill>
                          <a:latin typeface="Rockwell"/>
                        </a:rPr>
                        <a:t>if</a:t>
                      </a:r>
                      <a:endParaRPr b="0" lang="en-US" sz="16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chemeClr val="dk2">
                              <a:lumMod val="10000"/>
                              <a:lumOff val="90000"/>
                            </a:schemeClr>
                          </a:solidFill>
                          <a:latin typeface="Rockwell"/>
                        </a:rPr>
                        <a:t>move</a:t>
                      </a:r>
                      <a:endParaRPr b="0" lang="en-US" sz="16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chemeClr val="dk2">
                              <a:lumMod val="10000"/>
                              <a:lumOff val="90000"/>
                            </a:schemeClr>
                          </a:solidFill>
                          <a:latin typeface="Rockwell"/>
                        </a:rPr>
                        <a:t>Self</a:t>
                      </a:r>
                      <a:endParaRPr b="0" lang="en-US" sz="16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chemeClr val="dk2">
                              <a:lumMod val="10000"/>
                              <a:lumOff val="90000"/>
                            </a:schemeClr>
                          </a:solidFill>
                          <a:latin typeface="Rockwell"/>
                        </a:rPr>
                        <a:t>type</a:t>
                      </a:r>
                      <a:endParaRPr b="0" lang="en-US" sz="16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chemeClr val="dk2">
                              <a:lumMod val="10000"/>
                              <a:lumOff val="90000"/>
                            </a:schemeClr>
                          </a:solidFill>
                          <a:latin typeface="Rockwell"/>
                        </a:rPr>
                        <a:t>while</a:t>
                      </a:r>
                      <a:endParaRPr b="0" lang="en-US" sz="16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002060"/>
                    </a:solidFill>
                  </a:tcPr>
                </a:tc>
              </a:tr>
              <a:tr h="36756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chemeClr val="dk2">
                              <a:lumMod val="10000"/>
                              <a:lumOff val="90000"/>
                            </a:schemeClr>
                          </a:solidFill>
                          <a:latin typeface="Rockwell"/>
                        </a:rPr>
                        <a:t>become</a:t>
                      </a:r>
                      <a:endParaRPr b="0" lang="en-US" sz="16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chemeClr val="dk2">
                              <a:lumMod val="10000"/>
                              <a:lumOff val="90000"/>
                            </a:schemeClr>
                          </a:solidFill>
                          <a:latin typeface="Rockwell"/>
                        </a:rPr>
                        <a:t>else</a:t>
                      </a:r>
                      <a:endParaRPr b="0" lang="en-US" sz="16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chemeClr val="dk2">
                              <a:lumMod val="10000"/>
                              <a:lumOff val="90000"/>
                            </a:schemeClr>
                          </a:solidFill>
                          <a:latin typeface="Rockwell"/>
                        </a:rPr>
                        <a:t>impl</a:t>
                      </a:r>
                      <a:endParaRPr b="0" lang="en-US" sz="16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chemeClr val="dk2">
                              <a:lumMod val="10000"/>
                              <a:lumOff val="90000"/>
                            </a:schemeClr>
                          </a:solidFill>
                          <a:latin typeface="Rockwell"/>
                        </a:rPr>
                        <a:t>mut</a:t>
                      </a:r>
                      <a:endParaRPr b="0" lang="en-US" sz="16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chemeClr val="dk2">
                              <a:lumMod val="10000"/>
                              <a:lumOff val="90000"/>
                            </a:schemeClr>
                          </a:solidFill>
                          <a:latin typeface="Rockwell"/>
                        </a:rPr>
                        <a:t>static</a:t>
                      </a:r>
                      <a:endParaRPr b="0" lang="en-US" sz="16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chemeClr val="dk2">
                              <a:lumMod val="10000"/>
                              <a:lumOff val="90000"/>
                            </a:schemeClr>
                          </a:solidFill>
                          <a:latin typeface="Rockwell"/>
                        </a:rPr>
                        <a:t>typeof</a:t>
                      </a:r>
                      <a:endParaRPr b="0" lang="en-US" sz="16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chemeClr val="dk2">
                              <a:lumMod val="10000"/>
                              <a:lumOff val="90000"/>
                            </a:schemeClr>
                          </a:solidFill>
                          <a:latin typeface="Rockwell"/>
                        </a:rPr>
                        <a:t>yield</a:t>
                      </a:r>
                      <a:endParaRPr b="0" lang="en-US" sz="16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002060"/>
                    </a:solidFill>
                  </a:tcPr>
                </a:tc>
              </a:tr>
              <a:tr h="36756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chemeClr val="dk2">
                              <a:lumMod val="10000"/>
                              <a:lumOff val="90000"/>
                            </a:schemeClr>
                          </a:solidFill>
                          <a:latin typeface="Rockwell"/>
                        </a:rPr>
                        <a:t>box</a:t>
                      </a:r>
                      <a:endParaRPr b="0" lang="en-US" sz="16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chemeClr val="dk2">
                              <a:lumMod val="10000"/>
                              <a:lumOff val="90000"/>
                            </a:schemeClr>
                          </a:solidFill>
                          <a:latin typeface="Rockwell"/>
                        </a:rPr>
                        <a:t>enum</a:t>
                      </a:r>
                      <a:endParaRPr b="0" lang="en-US" sz="16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chemeClr val="dk2">
                              <a:lumMod val="10000"/>
                              <a:lumOff val="90000"/>
                            </a:schemeClr>
                          </a:solidFill>
                          <a:latin typeface="Rockwell"/>
                        </a:rPr>
                        <a:t>in</a:t>
                      </a:r>
                      <a:endParaRPr b="0" lang="en-US" sz="16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chemeClr val="dk2">
                              <a:lumMod val="10000"/>
                              <a:lumOff val="90000"/>
                            </a:schemeClr>
                          </a:solidFill>
                          <a:latin typeface="Rockwell"/>
                        </a:rPr>
                        <a:t>override</a:t>
                      </a:r>
                      <a:endParaRPr b="0" lang="en-US" sz="16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chemeClr val="dk2">
                              <a:lumMod val="10000"/>
                              <a:lumOff val="90000"/>
                            </a:schemeClr>
                          </a:solidFill>
                          <a:latin typeface="Rockwell"/>
                        </a:rPr>
                        <a:t>'static</a:t>
                      </a:r>
                      <a:endParaRPr b="0" lang="en-US" sz="16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chemeClr val="dk2">
                              <a:lumMod val="10000"/>
                              <a:lumOff val="90000"/>
                            </a:schemeClr>
                          </a:solidFill>
                          <a:latin typeface="Rockwell"/>
                        </a:rPr>
                        <a:t>unsafe</a:t>
                      </a:r>
                      <a:endParaRPr b="0" lang="en-US" sz="16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800" spc="-1" strike="noStrike">
                        <a:solidFill>
                          <a:srgbClr val="ff00ff"/>
                        </a:solidFill>
                        <a:latin typeface="Rockwell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002060"/>
                    </a:solidFill>
                  </a:tcPr>
                </a:tc>
              </a:tr>
              <a:tr h="36756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chemeClr val="dk2">
                              <a:lumMod val="10000"/>
                              <a:lumOff val="90000"/>
                            </a:schemeClr>
                          </a:solidFill>
                          <a:latin typeface="Rockwell"/>
                        </a:rPr>
                        <a:t>break</a:t>
                      </a:r>
                      <a:endParaRPr b="0" lang="en-US" sz="16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chemeClr val="dk2">
                              <a:lumMod val="10000"/>
                              <a:lumOff val="90000"/>
                            </a:schemeClr>
                          </a:solidFill>
                          <a:latin typeface="Rockwell"/>
                        </a:rPr>
                        <a:t>extern</a:t>
                      </a:r>
                      <a:endParaRPr b="0" lang="en-US" sz="16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chemeClr val="dk2">
                              <a:lumMod val="10000"/>
                              <a:lumOff val="90000"/>
                            </a:schemeClr>
                          </a:solidFill>
                          <a:latin typeface="Rockwell"/>
                        </a:rPr>
                        <a:t>let</a:t>
                      </a:r>
                      <a:endParaRPr b="0" lang="en-US" sz="16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chemeClr val="dk2">
                              <a:lumMod val="10000"/>
                              <a:lumOff val="90000"/>
                            </a:schemeClr>
                          </a:solidFill>
                          <a:latin typeface="Rockwell"/>
                        </a:rPr>
                        <a:t>priv</a:t>
                      </a:r>
                      <a:endParaRPr b="0" lang="en-US" sz="16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chemeClr val="dk2">
                              <a:lumMod val="10000"/>
                              <a:lumOff val="90000"/>
                            </a:schemeClr>
                          </a:solidFill>
                          <a:latin typeface="Rockwell"/>
                        </a:rPr>
                        <a:t>struct</a:t>
                      </a:r>
                      <a:endParaRPr b="0" lang="en-US" sz="16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chemeClr val="dk2">
                              <a:lumMod val="10000"/>
                              <a:lumOff val="90000"/>
                            </a:schemeClr>
                          </a:solidFill>
                          <a:latin typeface="Rockwell"/>
                        </a:rPr>
                        <a:t>use</a:t>
                      </a:r>
                      <a:endParaRPr b="0" lang="en-US" sz="16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800" spc="-1" strike="noStrike">
                        <a:solidFill>
                          <a:srgbClr val="ff00ff"/>
                        </a:solidFill>
                        <a:latin typeface="Rockwell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002060"/>
                    </a:solidFill>
                  </a:tcPr>
                </a:tc>
              </a:tr>
              <a:tr h="36756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chemeClr val="dk2">
                              <a:lumMod val="10000"/>
                              <a:lumOff val="90000"/>
                            </a:schemeClr>
                          </a:solidFill>
                          <a:latin typeface="Rockwell"/>
                        </a:rPr>
                        <a:t>const</a:t>
                      </a:r>
                      <a:endParaRPr b="0" lang="en-US" sz="16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rgbClr val="ff00ff"/>
                          </a:solidFill>
                          <a:latin typeface="Rockwell"/>
                        </a:rPr>
                        <a:t>false</a:t>
                      </a:r>
                      <a:endParaRPr b="0" lang="en-US" sz="16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chemeClr val="dk2">
                              <a:lumMod val="10000"/>
                              <a:lumOff val="90000"/>
                            </a:schemeClr>
                          </a:solidFill>
                          <a:latin typeface="Rockwell"/>
                        </a:rPr>
                        <a:t>loop</a:t>
                      </a:r>
                      <a:endParaRPr b="0" lang="en-US" sz="16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chemeClr val="dk2">
                              <a:lumMod val="10000"/>
                              <a:lumOff val="90000"/>
                            </a:schemeClr>
                          </a:solidFill>
                          <a:latin typeface="Rockwell"/>
                        </a:rPr>
                        <a:t>pub</a:t>
                      </a:r>
                      <a:endParaRPr b="0" lang="en-US" sz="16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chemeClr val="dk2">
                              <a:lumMod val="10000"/>
                              <a:lumOff val="90000"/>
                            </a:schemeClr>
                          </a:solidFill>
                          <a:latin typeface="Rockwell"/>
                        </a:rPr>
                        <a:t>super</a:t>
                      </a:r>
                      <a:endParaRPr b="0" lang="en-US" sz="16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chemeClr val="dk2">
                              <a:lumMod val="10000"/>
                              <a:lumOff val="90000"/>
                            </a:schemeClr>
                          </a:solidFill>
                          <a:latin typeface="Rockwell"/>
                        </a:rPr>
                        <a:t>union</a:t>
                      </a:r>
                      <a:endParaRPr b="0" lang="en-US" sz="16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800" spc="-1" strike="noStrike">
                        <a:solidFill>
                          <a:srgbClr val="ff00ff"/>
                        </a:solidFill>
                        <a:latin typeface="Rockwell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</a:tr>
            </a:tbl>
          </a:graphicData>
        </a:graphic>
      </p:graphicFrame>
      <p:sp>
        <p:nvSpPr>
          <p:cNvPr id="4" name="PlaceHolder 3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C8FF15BA-92CB-4E17-AF6E-7DF21CA025A4}" type="slidenum">
              <a:t>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25" dur="indefinite" restart="never" nodeType="tmRoot">
          <p:childTnLst>
            <p:seq>
              <p:cTn id="126" dur="indefinite" nodeType="mainSeq">
                <p:childTnLst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31" dur="500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3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/>
          </p:nvPr>
        </p:nvSpPr>
        <p:spPr>
          <a:xfrm>
            <a:off x="692280" y="1360080"/>
            <a:ext cx="7732800" cy="5490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 algn="ctr">
              <a:lnSpc>
                <a:spcPct val="100000"/>
              </a:lnSpc>
              <a:spcBef>
                <a:spcPts val="2001"/>
              </a:spcBef>
              <a:buNone/>
              <a:tabLst>
                <a:tab algn="l" pos="0"/>
              </a:tabLst>
            </a:pPr>
            <a:r>
              <a:rPr b="0" lang="en-US" sz="1800" spc="-1" strike="noStrike" u="sng">
                <a:solidFill>
                  <a:schemeClr val="lt1"/>
                </a:solidFill>
                <a:uFillTx/>
                <a:latin typeface="Cambria"/>
                <a:ea typeface="MS PGothic"/>
              </a:rPr>
              <a:t>Rust arithmetic has some familiar and some new symbols: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title"/>
          </p:nvPr>
        </p:nvSpPr>
        <p:spPr>
          <a:xfrm>
            <a:off x="289800" y="668160"/>
            <a:ext cx="8562600" cy="6760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pc="-1" strike="noStrike">
                <a:solidFill>
                  <a:schemeClr val="lt1"/>
                </a:solidFill>
                <a:latin typeface="Arial"/>
                <a:ea typeface="MS PGothic"/>
              </a:rPr>
              <a:t>Arithmeti</a:t>
            </a:r>
            <a:r>
              <a:rPr b="0" lang="en-US" sz="3600" spc="-1" strike="noStrike">
                <a:solidFill>
                  <a:schemeClr val="lt1"/>
                </a:solidFill>
                <a:latin typeface="Arial"/>
                <a:ea typeface="MS PGothic"/>
              </a:rPr>
              <a:t>c </a:t>
            </a:r>
            <a:r>
              <a:rPr b="0" lang="en-US" sz="3600" spc="-1" strike="noStrike">
                <a:solidFill>
                  <a:schemeClr val="lt1"/>
                </a:solidFill>
                <a:latin typeface="Arial"/>
                <a:ea typeface="MS PGothic"/>
              </a:rPr>
              <a:t>Operator</a:t>
            </a:r>
            <a:r>
              <a:rPr b="0" lang="en-US" sz="3600" spc="-1" strike="noStrike">
                <a:solidFill>
                  <a:schemeClr val="lt1"/>
                </a:solidFill>
                <a:latin typeface="Arial"/>
                <a:ea typeface="MS PGothic"/>
              </a:rPr>
              <a:t>s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47" name="Table 4"/>
          <p:cNvGraphicFramePr/>
          <p:nvPr/>
        </p:nvGraphicFramePr>
        <p:xfrm>
          <a:off x="419040" y="1916640"/>
          <a:ext cx="8361360" cy="1792080"/>
        </p:xfrm>
        <a:graphic>
          <a:graphicData uri="http://schemas.openxmlformats.org/drawingml/2006/table">
            <a:tbl>
              <a:tblPr/>
              <a:tblGrid>
                <a:gridCol w="2304000"/>
                <a:gridCol w="848880"/>
                <a:gridCol w="2554920"/>
                <a:gridCol w="1272240"/>
                <a:gridCol w="977040"/>
                <a:gridCol w="404640"/>
              </a:tblGrid>
              <a:tr h="334080">
                <a:tc>
                  <a:txBody>
                    <a:bodyPr lIns="45720" rIns="45720"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-US" sz="1400" spc="-1" strike="noStrike">
                          <a:solidFill>
                            <a:schemeClr val="lt1"/>
                          </a:solidFill>
                          <a:latin typeface="Cambria"/>
                          <a:ea typeface="Cambria"/>
                        </a:rPr>
                        <a:t>Name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45720" marR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 lIns="45720" rIns="4572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Operator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45720" marR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 lIns="45720" rIns="4572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Function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45720" marR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 lIns="45720" rIns="4572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Example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45720" marR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 lIns="45720" rIns="4572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Val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45720" marR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 lIns="45720" rIns="4572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Prc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45720" marR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6"/>
                    </a:solidFill>
                  </a:tcPr>
                </a:tc>
              </a:tr>
              <a:tr h="291600">
                <a:tc>
                  <a:txBody>
                    <a:bodyPr lIns="45720" rIns="4572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Parentheses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45720" marR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6">
                        <a:tint val="40000"/>
                      </a:schemeClr>
                    </a:solidFill>
                  </a:tcPr>
                </a:tc>
                <a:tc>
                  <a:txBody>
                    <a:bodyPr lIns="45720" rIns="4572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()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45720" marR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6">
                        <a:tint val="40000"/>
                      </a:schemeClr>
                    </a:solidFill>
                  </a:tcPr>
                </a:tc>
                <a:tc>
                  <a:txBody>
                    <a:bodyPr lIns="45720" rIns="4572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Elevate precedence / grouping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45720" marR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6">
                        <a:tint val="40000"/>
                      </a:schemeClr>
                    </a:solidFill>
                  </a:tcPr>
                </a:tc>
                <a:tc>
                  <a:txBody>
                    <a:bodyPr lIns="45720" rIns="4572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(3 + 4) * 4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45720" marR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6">
                        <a:tint val="40000"/>
                      </a:schemeClr>
                    </a:solidFill>
                  </a:tcPr>
                </a:tc>
                <a:tc>
                  <a:txBody>
                    <a:bodyPr lIns="45720" rIns="4572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28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45720" marR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6">
                        <a:tint val="40000"/>
                      </a:schemeClr>
                    </a:solidFill>
                  </a:tcPr>
                </a:tc>
                <a:tc>
                  <a:txBody>
                    <a:bodyPr lIns="45720" rIns="4572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45720" marR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6">
                        <a:tint val="40000"/>
                      </a:schemeClr>
                    </a:solidFill>
                  </a:tcPr>
                </a:tc>
              </a:tr>
              <a:tr h="291600">
                <a:tc>
                  <a:txBody>
                    <a:bodyPr lIns="45720" rIns="4572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Negative / Positive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45720" marR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6">
                        <a:tint val="20000"/>
                      </a:schemeClr>
                    </a:solidFill>
                  </a:tcPr>
                </a:tc>
                <a:tc>
                  <a:txBody>
                    <a:bodyPr lIns="45720" rIns="4572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-, +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45720" marR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6">
                        <a:tint val="20000"/>
                      </a:schemeClr>
                    </a:solidFill>
                  </a:tcPr>
                </a:tc>
                <a:tc>
                  <a:txBody>
                    <a:bodyPr lIns="45720" rIns="4572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Designate sign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45720" marR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6">
                        <a:tint val="20000"/>
                      </a:schemeClr>
                    </a:solidFill>
                  </a:tcPr>
                </a:tc>
                <a:tc>
                  <a:txBody>
                    <a:bodyPr lIns="45720" rIns="4572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-(5)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45720" marR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6">
                        <a:tint val="20000"/>
                      </a:schemeClr>
                    </a:solidFill>
                  </a:tcPr>
                </a:tc>
                <a:tc>
                  <a:txBody>
                    <a:bodyPr lIns="45720" rIns="4572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-5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45720" marR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6">
                        <a:tint val="20000"/>
                      </a:schemeClr>
                    </a:solidFill>
                  </a:tcPr>
                </a:tc>
                <a:tc>
                  <a:txBody>
                    <a:bodyPr lIns="45720" rIns="4572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2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45720" marR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6">
                        <a:tint val="20000"/>
                      </a:schemeClr>
                    </a:solidFill>
                  </a:tcPr>
                </a:tc>
              </a:tr>
              <a:tr h="291600">
                <a:tc>
                  <a:txBody>
                    <a:bodyPr lIns="45720" rIns="4572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Multiply / Divide / Modulus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45720" marR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6">
                        <a:tint val="40000"/>
                      </a:schemeClr>
                    </a:solidFill>
                  </a:tcPr>
                </a:tc>
                <a:tc>
                  <a:txBody>
                    <a:bodyPr lIns="45720" rIns="4572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*, /, %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45720" marR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6">
                        <a:tint val="40000"/>
                      </a:schemeClr>
                    </a:solidFill>
                  </a:tcPr>
                </a:tc>
                <a:tc>
                  <a:txBody>
                    <a:bodyPr lIns="45720" rIns="4572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Multiply or divide numbers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45720" marR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6">
                        <a:tint val="40000"/>
                      </a:schemeClr>
                    </a:solidFill>
                  </a:tcPr>
                </a:tc>
                <a:tc>
                  <a:txBody>
                    <a:bodyPr lIns="45720" rIns="4572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7 / 2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45720" marR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6">
                        <a:tint val="40000"/>
                      </a:schemeClr>
                    </a:solidFill>
                  </a:tcPr>
                </a:tc>
                <a:tc>
                  <a:txBody>
                    <a:bodyPr lIns="45720" rIns="4572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3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45720" marR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6">
                        <a:tint val="40000"/>
                      </a:schemeClr>
                    </a:solidFill>
                  </a:tcPr>
                </a:tc>
                <a:tc>
                  <a:txBody>
                    <a:bodyPr lIns="45720" rIns="4572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3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45720" marR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6">
                        <a:tint val="40000"/>
                      </a:schemeClr>
                    </a:solidFill>
                  </a:tcPr>
                </a:tc>
              </a:tr>
              <a:tr h="291600">
                <a:tc>
                  <a:txBody>
                    <a:bodyPr lIns="45720" rIns="4572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Addition / Subtraction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45720" marR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6">
                        <a:tint val="20000"/>
                      </a:schemeClr>
                    </a:solidFill>
                  </a:tcPr>
                </a:tc>
                <a:tc>
                  <a:txBody>
                    <a:bodyPr lIns="45720" rIns="4572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+, -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45720" marR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6">
                        <a:tint val="20000"/>
                      </a:schemeClr>
                    </a:solidFill>
                  </a:tcPr>
                </a:tc>
                <a:tc>
                  <a:txBody>
                    <a:bodyPr lIns="45720" rIns="4572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Add or subtract two numbers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45720" marR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6">
                        <a:tint val="20000"/>
                      </a:schemeClr>
                    </a:solidFill>
                  </a:tcPr>
                </a:tc>
                <a:tc>
                  <a:txBody>
                    <a:bodyPr lIns="45720" rIns="4572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3 – 4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45720" marR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6">
                        <a:tint val="20000"/>
                      </a:schemeClr>
                    </a:solidFill>
                  </a:tcPr>
                </a:tc>
                <a:tc>
                  <a:txBody>
                    <a:bodyPr lIns="45720" rIns="4572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-1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45720" marR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6">
                        <a:tint val="20000"/>
                      </a:schemeClr>
                    </a:solidFill>
                  </a:tcPr>
                </a:tc>
                <a:tc>
                  <a:txBody>
                    <a:bodyPr lIns="45720" rIns="4572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4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45720" marR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6">
                        <a:tint val="20000"/>
                      </a:schemeClr>
                    </a:solidFill>
                  </a:tcPr>
                </a:tc>
              </a:tr>
              <a:tr h="291600">
                <a:tc>
                  <a:txBody>
                    <a:bodyPr lIns="45720" rIns="4572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Range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45720" marR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6">
                        <a:tint val="40000"/>
                      </a:schemeClr>
                    </a:solidFill>
                  </a:tcPr>
                </a:tc>
                <a:tc>
                  <a:txBody>
                    <a:bodyPr lIns="45720" rIns="4572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..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45720" marR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6">
                        <a:tint val="40000"/>
                      </a:schemeClr>
                    </a:solidFill>
                  </a:tcPr>
                </a:tc>
                <a:tc>
                  <a:txBody>
                    <a:bodyPr lIns="45720" rIns="4572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Define a range of numbers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45720" marR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6">
                        <a:tint val="40000"/>
                      </a:schemeClr>
                    </a:solidFill>
                  </a:tcPr>
                </a:tc>
                <a:tc>
                  <a:txBody>
                    <a:bodyPr lIns="45720" rIns="4572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1..4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45720" marR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6">
                        <a:tint val="40000"/>
                      </a:schemeClr>
                    </a:solidFill>
                  </a:tcPr>
                </a:tc>
                <a:tc>
                  <a:txBody>
                    <a:bodyPr lIns="45720" rIns="4572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Multiple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45720" marR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6">
                        <a:tint val="40000"/>
                      </a:schemeClr>
                    </a:solidFill>
                  </a:tcPr>
                </a:tc>
                <a:tc>
                  <a:txBody>
                    <a:bodyPr lIns="45720" rIns="4572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5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45720" marR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6">
                        <a:tint val="4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48" name="Content Placeholder 1"/>
          <p:cNvSpPr/>
          <p:nvPr/>
        </p:nvSpPr>
        <p:spPr>
          <a:xfrm>
            <a:off x="289800" y="3978720"/>
            <a:ext cx="8433360" cy="42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  <a:spcBef>
                <a:spcPts val="2001"/>
              </a:spcBef>
              <a:tabLst>
                <a:tab algn="l" pos="0"/>
              </a:tabLst>
            </a:pPr>
            <a:r>
              <a:rPr b="0" lang="en-US" sz="1600" spc="-1" strike="noStrike">
                <a:solidFill>
                  <a:schemeClr val="lt1"/>
                </a:solidFill>
                <a:latin typeface="Cambria"/>
                <a:ea typeface="MS PGothic"/>
              </a:rPr>
              <a:t>Rust does </a:t>
            </a:r>
            <a:r>
              <a:rPr b="1" lang="en-US" sz="1600" spc="-1" strike="noStrike" u="sng">
                <a:solidFill>
                  <a:schemeClr val="accent4">
                    <a:lumMod val="40000"/>
                    <a:lumOff val="60000"/>
                  </a:schemeClr>
                </a:solidFill>
                <a:uFillTx/>
                <a:latin typeface="Cambria"/>
                <a:ea typeface="MS PGothic"/>
              </a:rPr>
              <a:t>not</a:t>
            </a:r>
            <a:r>
              <a:rPr b="0" lang="en-US" sz="1600" spc="-1" strike="noStrike">
                <a:solidFill>
                  <a:schemeClr val="lt1"/>
                </a:solidFill>
                <a:latin typeface="Cambria"/>
                <a:ea typeface="MS PGothic"/>
              </a:rPr>
              <a:t> have string concatenation (+) or increment / decrement (++ / --). 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Content Placeholder 1"/>
          <p:cNvSpPr/>
          <p:nvPr/>
        </p:nvSpPr>
        <p:spPr>
          <a:xfrm>
            <a:off x="349920" y="4386960"/>
            <a:ext cx="8433360" cy="42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  <a:spcBef>
                <a:spcPts val="2001"/>
              </a:spcBef>
              <a:tabLst>
                <a:tab algn="l" pos="0"/>
              </a:tabLst>
            </a:pPr>
            <a:r>
              <a:rPr b="0" lang="en-US" sz="1600" spc="-1" strike="noStrike">
                <a:solidFill>
                  <a:schemeClr val="lt1"/>
                </a:solidFill>
                <a:latin typeface="Cambria"/>
                <a:ea typeface="MS PGothic"/>
              </a:rPr>
              <a:t>However, it does have </a:t>
            </a:r>
            <a:r>
              <a:rPr b="0" lang="en-US" sz="1600" spc="-1" strike="noStrike">
                <a:solidFill>
                  <a:srgbClr val="ffc000"/>
                </a:solidFill>
                <a:latin typeface="Cambria"/>
                <a:ea typeface="MS PGothic"/>
              </a:rPr>
              <a:t>compound assignment </a:t>
            </a:r>
            <a:r>
              <a:rPr b="0" lang="en-US" sz="1600" spc="-1" strike="noStrike">
                <a:solidFill>
                  <a:schemeClr val="lt1"/>
                </a:solidFill>
                <a:latin typeface="Cambria"/>
                <a:ea typeface="MS PGothic"/>
              </a:rPr>
              <a:t>(+=). 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F47F7650-56A5-492A-A4A5-DA7DD180C13F}" type="slidenum">
              <a:t>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37" dur="indefinite" restart="never" nodeType="tmRoot">
          <p:childTnLst>
            <p:seq>
              <p:cTn id="138" dur="indefinite" nodeType="mainSeq">
                <p:childTnLst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43" dur="500"/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4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5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>
                      <p:stCondLst>
                        <p:cond delay="indefinite"/>
                      </p:stCondLst>
                      <p:childTnLst>
                        <p:par>
                          <p:cTn id="155" fill="hold">
                            <p:stCondLst>
                              <p:cond delay="0"/>
                            </p:stCondLst>
                            <p:childTnLst>
                              <p:par>
                                <p:cTn id="156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58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685440" y="559440"/>
            <a:ext cx="7763760" cy="6588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pc="-1" strike="noStrike">
                <a:solidFill>
                  <a:schemeClr val="lt1"/>
                </a:solidFill>
                <a:latin typeface="Arial"/>
                <a:ea typeface="MS PGothic"/>
              </a:rPr>
              <a:t>Conditio</a:t>
            </a:r>
            <a:r>
              <a:rPr b="0" lang="en-US" sz="3600" spc="-1" strike="noStrike">
                <a:solidFill>
                  <a:schemeClr val="lt1"/>
                </a:solidFill>
                <a:latin typeface="Arial"/>
                <a:ea typeface="MS PGothic"/>
              </a:rPr>
              <a:t>nal </a:t>
            </a:r>
            <a:r>
              <a:rPr b="0" lang="en-US" sz="3600" spc="-1" strike="noStrike">
                <a:solidFill>
                  <a:schemeClr val="lt1"/>
                </a:solidFill>
                <a:latin typeface="Arial"/>
                <a:ea typeface="MS PGothic"/>
              </a:rPr>
              <a:t>Operator</a:t>
            </a:r>
            <a:r>
              <a:rPr b="0" lang="en-US" sz="3600" spc="-1" strike="noStrike">
                <a:solidFill>
                  <a:schemeClr val="lt1"/>
                </a:solidFill>
                <a:latin typeface="Arial"/>
                <a:ea typeface="MS PGothic"/>
              </a:rPr>
              <a:t>s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51" name="Table 4"/>
          <p:cNvGraphicFramePr/>
          <p:nvPr/>
        </p:nvGraphicFramePr>
        <p:xfrm>
          <a:off x="491040" y="1672560"/>
          <a:ext cx="5236560" cy="2094120"/>
        </p:xfrm>
        <a:graphic>
          <a:graphicData uri="http://schemas.openxmlformats.org/drawingml/2006/table">
            <a:tbl>
              <a:tblPr/>
              <a:tblGrid>
                <a:gridCol w="1957680"/>
                <a:gridCol w="429840"/>
                <a:gridCol w="1583640"/>
                <a:gridCol w="722880"/>
                <a:gridCol w="542880"/>
              </a:tblGrid>
              <a:tr h="133200">
                <a:tc>
                  <a:txBody>
                    <a:bodyPr lIns="68400" rIns="6840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en-US" sz="1200" spc="-1" strike="noStrike">
                          <a:solidFill>
                            <a:schemeClr val="lt1"/>
                          </a:solidFill>
                          <a:latin typeface="Rockwell"/>
                        </a:rPr>
                        <a:t>Relational Operator</a:t>
                      </a:r>
                      <a:endParaRPr b="0" lang="en-U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 lIns="68400" rIns="6840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en-US" sz="1200" spc="-1" strike="noStrike">
                          <a:solidFill>
                            <a:schemeClr val="lt1"/>
                          </a:solidFill>
                          <a:latin typeface="Rockwell"/>
                        </a:rPr>
                        <a:t>Op</a:t>
                      </a:r>
                      <a:endParaRPr b="0" lang="en-U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 lIns="68400" rIns="6840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en-US" sz="1200" spc="-1" strike="noStrike">
                          <a:solidFill>
                            <a:schemeClr val="lt1"/>
                          </a:solidFill>
                          <a:latin typeface="Rockwell"/>
                        </a:rPr>
                        <a:t>Example</a:t>
                      </a:r>
                      <a:endParaRPr b="0" lang="en-U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 lIns="68400" rIns="68400"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-US" sz="1200" spc="-1" strike="noStrike">
                          <a:solidFill>
                            <a:schemeClr val="lt1"/>
                          </a:solidFill>
                          <a:latin typeface="Rockwell"/>
                        </a:rPr>
                        <a:t>Value</a:t>
                      </a:r>
                      <a:endParaRPr b="0" lang="en-U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 lIns="68400" rIns="68400"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-US" sz="1200" spc="-1" strike="noStrike">
                          <a:solidFill>
                            <a:schemeClr val="lt1"/>
                          </a:solidFill>
                          <a:latin typeface="Rockwell"/>
                        </a:rPr>
                        <a:t>Prec</a:t>
                      </a:r>
                      <a:endParaRPr b="0" lang="en-U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6"/>
                    </a:solidFill>
                  </a:tcPr>
                </a:tc>
              </a:tr>
              <a:tr h="133200">
                <a:tc>
                  <a:txBody>
                    <a:bodyPr lIns="68400" rIns="6840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chemeClr val="dk1"/>
                          </a:solidFill>
                          <a:latin typeface="Rockwell"/>
                        </a:rPr>
                        <a:t>Less than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6">
                        <a:tint val="40000"/>
                      </a:schemeClr>
                    </a:solidFill>
                  </a:tcPr>
                </a:tc>
                <a:tc>
                  <a:txBody>
                    <a:bodyPr lIns="68400" rIns="68400"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-US" sz="1200" spc="-1" strike="noStrike">
                          <a:solidFill>
                            <a:schemeClr val="dk1"/>
                          </a:solidFill>
                          <a:latin typeface="Consolas"/>
                        </a:rPr>
                        <a:t>&lt;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6">
                        <a:tint val="40000"/>
                      </a:schemeClr>
                    </a:solidFill>
                  </a:tcPr>
                </a:tc>
                <a:tc>
                  <a:txBody>
                    <a:bodyPr lIns="68400" rIns="6840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chemeClr val="dk1"/>
                          </a:solidFill>
                          <a:latin typeface="Consolas"/>
                        </a:rPr>
                        <a:t>5 &lt; 5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6">
                        <a:tint val="40000"/>
                      </a:schemeClr>
                    </a:solidFill>
                  </a:tcPr>
                </a:tc>
                <a:tc>
                  <a:txBody>
                    <a:bodyPr lIns="68400" rIns="68400"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chemeClr val="dk1"/>
                          </a:solidFill>
                          <a:latin typeface="Consolas"/>
                        </a:rPr>
                        <a:t>false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6">
                        <a:tint val="40000"/>
                      </a:schemeClr>
                    </a:solidFill>
                  </a:tcPr>
                </a:tc>
                <a:tc>
                  <a:txBody>
                    <a:bodyPr lIns="68400" rIns="68400"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-US" sz="1200" spc="-1" strike="noStrike">
                          <a:solidFill>
                            <a:schemeClr val="dk1"/>
                          </a:solidFill>
                          <a:latin typeface="Consolas"/>
                        </a:rPr>
                        <a:t>2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6">
                        <a:tint val="40000"/>
                      </a:schemeClr>
                    </a:solidFill>
                  </a:tcPr>
                </a:tc>
              </a:tr>
              <a:tr h="172800">
                <a:tc>
                  <a:txBody>
                    <a:bodyPr lIns="68400" rIns="6840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chemeClr val="dk1"/>
                          </a:solidFill>
                          <a:latin typeface="Rockwell"/>
                        </a:rPr>
                        <a:t>Greater than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6">
                        <a:tint val="20000"/>
                      </a:schemeClr>
                    </a:solidFill>
                  </a:tcPr>
                </a:tc>
                <a:tc>
                  <a:txBody>
                    <a:bodyPr lIns="68400" rIns="68400"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-US" sz="1200" spc="-1" strike="noStrike">
                          <a:solidFill>
                            <a:schemeClr val="dk1"/>
                          </a:solidFill>
                          <a:latin typeface="Consolas"/>
                        </a:rPr>
                        <a:t>&gt;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6">
                        <a:tint val="20000"/>
                      </a:schemeClr>
                    </a:solidFill>
                  </a:tcPr>
                </a:tc>
                <a:tc>
                  <a:txBody>
                    <a:bodyPr lIns="68400" rIns="6840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chemeClr val="dk1"/>
                          </a:solidFill>
                          <a:latin typeface="Consolas"/>
                        </a:rPr>
                        <a:t>6 &gt; 3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6">
                        <a:tint val="20000"/>
                      </a:schemeClr>
                    </a:solidFill>
                  </a:tcPr>
                </a:tc>
                <a:tc>
                  <a:txBody>
                    <a:bodyPr lIns="68400" rIns="68400"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chemeClr val="dk1"/>
                          </a:solidFill>
                          <a:latin typeface="Consolas"/>
                        </a:rPr>
                        <a:t>true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6">
                        <a:tint val="20000"/>
                      </a:schemeClr>
                    </a:solidFill>
                  </a:tcPr>
                </a:tc>
                <a:tc>
                  <a:txBody>
                    <a:bodyPr lIns="68400" rIns="68400"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-US" sz="1200" spc="-1" strike="noStrike">
                          <a:solidFill>
                            <a:schemeClr val="dk1"/>
                          </a:solidFill>
                          <a:latin typeface="Consolas"/>
                        </a:rPr>
                        <a:t>2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6">
                        <a:tint val="20000"/>
                      </a:schemeClr>
                    </a:solidFill>
                  </a:tcPr>
                </a:tc>
              </a:tr>
              <a:tr h="133200">
                <a:tc>
                  <a:txBody>
                    <a:bodyPr lIns="68400" rIns="6840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chemeClr val="dk1"/>
                          </a:solidFill>
                          <a:latin typeface="Rockwell"/>
                        </a:rPr>
                        <a:t>Less than or equal to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6">
                        <a:tint val="40000"/>
                      </a:schemeClr>
                    </a:solidFill>
                  </a:tcPr>
                </a:tc>
                <a:tc>
                  <a:txBody>
                    <a:bodyPr lIns="68400" rIns="68400"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-US" sz="1200" spc="-1" strike="noStrike">
                          <a:solidFill>
                            <a:schemeClr val="dk1"/>
                          </a:solidFill>
                          <a:latin typeface="Consolas"/>
                        </a:rPr>
                        <a:t>&lt;=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6">
                        <a:tint val="40000"/>
                      </a:schemeClr>
                    </a:solidFill>
                  </a:tcPr>
                </a:tc>
                <a:tc>
                  <a:txBody>
                    <a:bodyPr lIns="68400" rIns="6840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chemeClr val="dk1"/>
                          </a:solidFill>
                          <a:latin typeface="Consolas"/>
                        </a:rPr>
                        <a:t>3 &lt;= 3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6">
                        <a:tint val="40000"/>
                      </a:schemeClr>
                    </a:solidFill>
                  </a:tcPr>
                </a:tc>
                <a:tc>
                  <a:txBody>
                    <a:bodyPr lIns="68400" rIns="68400"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chemeClr val="dk1"/>
                          </a:solidFill>
                          <a:latin typeface="Consolas"/>
                        </a:rPr>
                        <a:t>true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6">
                        <a:tint val="40000"/>
                      </a:schemeClr>
                    </a:solidFill>
                  </a:tcPr>
                </a:tc>
                <a:tc>
                  <a:txBody>
                    <a:bodyPr lIns="68400" rIns="68400"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-US" sz="1200" spc="-1" strike="noStrike">
                          <a:solidFill>
                            <a:schemeClr val="dk1"/>
                          </a:solidFill>
                          <a:latin typeface="Consolas"/>
                        </a:rPr>
                        <a:t>2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6">
                        <a:tint val="40000"/>
                      </a:schemeClr>
                    </a:solidFill>
                  </a:tcPr>
                </a:tc>
              </a:tr>
              <a:tr h="133200">
                <a:tc>
                  <a:txBody>
                    <a:bodyPr lIns="68400" rIns="6840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chemeClr val="dk1"/>
                          </a:solidFill>
                          <a:latin typeface="Rockwell"/>
                        </a:rPr>
                        <a:t>Greater than or equal to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6">
                        <a:tint val="20000"/>
                      </a:schemeClr>
                    </a:solidFill>
                  </a:tcPr>
                </a:tc>
                <a:tc>
                  <a:txBody>
                    <a:bodyPr lIns="68400" rIns="68400"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-US" sz="1200" spc="-1" strike="noStrike">
                          <a:solidFill>
                            <a:schemeClr val="dk1"/>
                          </a:solidFill>
                          <a:latin typeface="Consolas"/>
                        </a:rPr>
                        <a:t>&gt;=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6">
                        <a:tint val="20000"/>
                      </a:schemeClr>
                    </a:solidFill>
                  </a:tcPr>
                </a:tc>
                <a:tc>
                  <a:txBody>
                    <a:bodyPr lIns="68400" rIns="6840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chemeClr val="dk1"/>
                          </a:solidFill>
                          <a:latin typeface="Consolas"/>
                        </a:rPr>
                        <a:t>6 &gt;= 7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6">
                        <a:tint val="20000"/>
                      </a:schemeClr>
                    </a:solidFill>
                  </a:tcPr>
                </a:tc>
                <a:tc>
                  <a:txBody>
                    <a:bodyPr lIns="68400" rIns="68400"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chemeClr val="dk1"/>
                          </a:solidFill>
                          <a:latin typeface="Consolas"/>
                        </a:rPr>
                        <a:t>false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6">
                        <a:tint val="20000"/>
                      </a:schemeClr>
                    </a:solidFill>
                  </a:tcPr>
                </a:tc>
                <a:tc>
                  <a:txBody>
                    <a:bodyPr lIns="68400" rIns="68400"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-US" sz="1200" spc="-1" strike="noStrike">
                          <a:solidFill>
                            <a:schemeClr val="dk1"/>
                          </a:solidFill>
                          <a:latin typeface="Consolas"/>
                        </a:rPr>
                        <a:t>2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6">
                        <a:tint val="20000"/>
                      </a:schemeClr>
                    </a:solidFill>
                  </a:tcPr>
                </a:tc>
              </a:tr>
              <a:tr h="133200">
                <a:tc>
                  <a:txBody>
                    <a:bodyPr lIns="68400" rIns="6840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chemeClr val="dk1"/>
                          </a:solidFill>
                          <a:latin typeface="Rockwell"/>
                        </a:rPr>
                        <a:t>Equal to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6">
                        <a:tint val="40000"/>
                      </a:schemeClr>
                    </a:solidFill>
                  </a:tcPr>
                </a:tc>
                <a:tc>
                  <a:txBody>
                    <a:bodyPr lIns="68400" rIns="68400"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-US" sz="1200" spc="-1" strike="noStrike">
                          <a:solidFill>
                            <a:schemeClr val="dk1"/>
                          </a:solidFill>
                          <a:latin typeface="Consolas"/>
                        </a:rPr>
                        <a:t>==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6">
                        <a:tint val="40000"/>
                      </a:schemeClr>
                    </a:solidFill>
                  </a:tcPr>
                </a:tc>
                <a:tc>
                  <a:txBody>
                    <a:bodyPr lIns="68400" rIns="6840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chemeClr val="dk1"/>
                          </a:solidFill>
                          <a:latin typeface="Consolas"/>
                        </a:rPr>
                        <a:t>10 == 10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6">
                        <a:tint val="40000"/>
                      </a:schemeClr>
                    </a:solidFill>
                  </a:tcPr>
                </a:tc>
                <a:tc>
                  <a:txBody>
                    <a:bodyPr lIns="68400" rIns="68400"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chemeClr val="dk1"/>
                          </a:solidFill>
                          <a:latin typeface="Consolas"/>
                        </a:rPr>
                        <a:t>true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6">
                        <a:tint val="40000"/>
                      </a:schemeClr>
                    </a:solidFill>
                  </a:tcPr>
                </a:tc>
                <a:tc>
                  <a:txBody>
                    <a:bodyPr lIns="68400" rIns="68400"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-US" sz="1200" spc="-1" strike="noStrike">
                          <a:solidFill>
                            <a:schemeClr val="dk1"/>
                          </a:solidFill>
                          <a:latin typeface="Consolas"/>
                        </a:rPr>
                        <a:t>2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6">
                        <a:tint val="40000"/>
                      </a:schemeClr>
                    </a:solidFill>
                  </a:tcPr>
                </a:tc>
              </a:tr>
              <a:tr h="133200">
                <a:tc>
                  <a:txBody>
                    <a:bodyPr lIns="68400" rIns="6840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chemeClr val="dk1"/>
                          </a:solidFill>
                          <a:latin typeface="Rockwell"/>
                        </a:rPr>
                        <a:t>Not Equal to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6">
                        <a:tint val="20000"/>
                      </a:schemeClr>
                    </a:solidFill>
                  </a:tcPr>
                </a:tc>
                <a:tc>
                  <a:txBody>
                    <a:bodyPr lIns="68400" rIns="68400"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-US" sz="1200" spc="-1" strike="noStrike">
                          <a:solidFill>
                            <a:schemeClr val="dk1"/>
                          </a:solidFill>
                          <a:latin typeface="Consolas"/>
                        </a:rPr>
                        <a:t>!=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6">
                        <a:tint val="20000"/>
                      </a:schemeClr>
                    </a:solidFill>
                  </a:tcPr>
                </a:tc>
                <a:tc>
                  <a:txBody>
                    <a:bodyPr lIns="68400" rIns="6840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chemeClr val="dk1"/>
                          </a:solidFill>
                          <a:latin typeface="Consolas"/>
                        </a:rPr>
                        <a:t>10 != 9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6">
                        <a:tint val="20000"/>
                      </a:schemeClr>
                    </a:solidFill>
                  </a:tcPr>
                </a:tc>
                <a:tc>
                  <a:txBody>
                    <a:bodyPr lIns="68400" rIns="68400"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chemeClr val="dk1"/>
                          </a:solidFill>
                          <a:latin typeface="Consolas"/>
                        </a:rPr>
                        <a:t>true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6">
                        <a:tint val="20000"/>
                      </a:schemeClr>
                    </a:solidFill>
                  </a:tcPr>
                </a:tc>
                <a:tc>
                  <a:txBody>
                    <a:bodyPr lIns="68400" rIns="68400"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-US" sz="1200" spc="-1" strike="noStrike">
                          <a:solidFill>
                            <a:schemeClr val="dk1"/>
                          </a:solidFill>
                          <a:latin typeface="Consolas"/>
                        </a:rPr>
                        <a:t>2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6">
                        <a:tint val="2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52" name="PlaceHolder 2"/>
          <p:cNvSpPr>
            <a:spLocks noGrp="1"/>
          </p:cNvSpPr>
          <p:nvPr>
            <p:ph/>
          </p:nvPr>
        </p:nvSpPr>
        <p:spPr>
          <a:xfrm>
            <a:off x="125280" y="1226160"/>
            <a:ext cx="8883720" cy="3495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rmAutofit fontScale="87222"/>
          </a:bodyPr>
          <a:p>
            <a:pPr indent="0" algn="ctr">
              <a:lnSpc>
                <a:spcPct val="100000"/>
              </a:lnSpc>
              <a:spcBef>
                <a:spcPts val="2001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chemeClr val="lt1"/>
                </a:solidFill>
                <a:latin typeface="Cambria"/>
                <a:ea typeface="MS PGothic"/>
              </a:rPr>
              <a:t>Rust’s conditional operators mirror those in C++’s, but the </a:t>
            </a:r>
            <a:r>
              <a:rPr b="0" lang="en-US" sz="2000" spc="-1" strike="noStrike">
                <a:solidFill>
                  <a:schemeClr val="lt1"/>
                </a:solidFill>
                <a:latin typeface="Cambria"/>
                <a:ea typeface="MS PGothic"/>
              </a:rPr>
              <a:t>precedence varies subtly: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53" name="Table 7"/>
          <p:cNvGraphicFramePr/>
          <p:nvPr/>
        </p:nvGraphicFramePr>
        <p:xfrm>
          <a:off x="486360" y="3699360"/>
          <a:ext cx="5232240" cy="632520"/>
        </p:xfrm>
        <a:graphic>
          <a:graphicData uri="http://schemas.openxmlformats.org/drawingml/2006/table">
            <a:tbl>
              <a:tblPr/>
              <a:tblGrid>
                <a:gridCol w="1956240"/>
                <a:gridCol w="429840"/>
                <a:gridCol w="1580760"/>
                <a:gridCol w="722880"/>
                <a:gridCol w="542880"/>
              </a:tblGrid>
              <a:tr h="299160">
                <a:tc>
                  <a:txBody>
                    <a:bodyPr lIns="68400" rIns="6840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en-US" sz="1200" spc="-1" strike="noStrike">
                          <a:solidFill>
                            <a:schemeClr val="lt1"/>
                          </a:solidFill>
                          <a:latin typeface="Rockwell"/>
                        </a:rPr>
                        <a:t>Logical Operator</a:t>
                      </a:r>
                      <a:endParaRPr b="0" lang="en-U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 lIns="68400" rIns="6840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en-US" sz="1200" spc="-1" strike="noStrike">
                          <a:solidFill>
                            <a:schemeClr val="lt1"/>
                          </a:solidFill>
                          <a:latin typeface="Rockwell"/>
                        </a:rPr>
                        <a:t>Op</a:t>
                      </a:r>
                      <a:endParaRPr b="0" lang="en-U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 lIns="68400" rIns="6840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en-US" sz="1200" spc="-1" strike="noStrike">
                          <a:solidFill>
                            <a:schemeClr val="lt1"/>
                          </a:solidFill>
                          <a:latin typeface="Rockwell"/>
                        </a:rPr>
                        <a:t>Example</a:t>
                      </a:r>
                      <a:endParaRPr b="0" lang="en-U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 lIns="68400" rIns="68400"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-US" sz="1200" spc="-1" strike="noStrike">
                          <a:solidFill>
                            <a:schemeClr val="lt1"/>
                          </a:solidFill>
                          <a:latin typeface="Rockwell"/>
                        </a:rPr>
                        <a:t>Value</a:t>
                      </a:r>
                      <a:endParaRPr b="0" lang="en-U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 lIns="68400" rIns="68400"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-US" sz="1200" spc="-1" strike="noStrike">
                          <a:solidFill>
                            <a:schemeClr val="lt1"/>
                          </a:solidFill>
                          <a:latin typeface="Rockwell"/>
                        </a:rPr>
                        <a:t>Prec</a:t>
                      </a:r>
                      <a:endParaRPr b="0" lang="en-U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6"/>
                    </a:solidFill>
                  </a:tcPr>
                </a:tc>
              </a:tr>
              <a:tr h="299160">
                <a:tc>
                  <a:txBody>
                    <a:bodyPr lIns="68400" rIns="6840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chemeClr val="dk1"/>
                          </a:solidFill>
                          <a:latin typeface="Rockwell"/>
                        </a:rPr>
                        <a:t>Not (¬): Opposite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6">
                        <a:tint val="40000"/>
                      </a:schemeClr>
                    </a:solidFill>
                  </a:tcPr>
                </a:tc>
                <a:tc>
                  <a:txBody>
                    <a:bodyPr lIns="68400" rIns="68400"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-US" sz="1200" spc="-1" strike="noStrike">
                          <a:solidFill>
                            <a:schemeClr val="dk1"/>
                          </a:solidFill>
                          <a:latin typeface="Consolas"/>
                        </a:rPr>
                        <a:t>!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6">
                        <a:tint val="40000"/>
                      </a:schemeClr>
                    </a:solidFill>
                  </a:tcPr>
                </a:tc>
                <a:tc>
                  <a:txBody>
                    <a:bodyPr lIns="68400" rIns="6840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chemeClr val="dk1"/>
                          </a:solidFill>
                          <a:latin typeface="Consolas"/>
                        </a:rPr>
                        <a:t>!(4 &gt; 3)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6">
                        <a:tint val="40000"/>
                      </a:schemeClr>
                    </a:solidFill>
                  </a:tcPr>
                </a:tc>
                <a:tc>
                  <a:txBody>
                    <a:bodyPr lIns="68400" rIns="68400"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chemeClr val="dk1"/>
                          </a:solidFill>
                          <a:latin typeface="Consolas"/>
                        </a:rPr>
                        <a:t>false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6">
                        <a:tint val="40000"/>
                      </a:schemeClr>
                    </a:solidFill>
                  </a:tcPr>
                </a:tc>
                <a:tc>
                  <a:txBody>
                    <a:bodyPr lIns="68400" rIns="68400"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-US" sz="1200" spc="-1" strike="noStrike">
                          <a:solidFill>
                            <a:schemeClr val="dk1"/>
                          </a:solidFill>
                          <a:latin typeface="Consolas"/>
                        </a:rPr>
                        <a:t>1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6">
                        <a:tint val="40000"/>
                      </a:schemeClr>
                    </a:solidFill>
                  </a:tcPr>
                </a:tc>
              </a:tr>
              <a:tr h="299160">
                <a:tc>
                  <a:txBody>
                    <a:bodyPr lIns="68400" rIns="6840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chemeClr val="dk1"/>
                          </a:solidFill>
                          <a:latin typeface="Rockwell"/>
                        </a:rPr>
                        <a:t>And (∧): Both true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6">
                        <a:tint val="20000"/>
                      </a:schemeClr>
                    </a:solidFill>
                  </a:tcPr>
                </a:tc>
                <a:tc>
                  <a:txBody>
                    <a:bodyPr lIns="68400" rIns="68400"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-US" sz="1200" spc="-1" strike="noStrike">
                          <a:solidFill>
                            <a:schemeClr val="dk1"/>
                          </a:solidFill>
                          <a:latin typeface="Consolas"/>
                        </a:rPr>
                        <a:t>&amp;&amp;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6">
                        <a:tint val="20000"/>
                      </a:schemeClr>
                    </a:solidFill>
                  </a:tcPr>
                </a:tc>
                <a:tc>
                  <a:txBody>
                    <a:bodyPr lIns="68400" rIns="6840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chemeClr val="dk1"/>
                          </a:solidFill>
                          <a:latin typeface="Consolas"/>
                        </a:rPr>
                        <a:t>4 &gt; 3 &amp;&amp; 3 &gt; 2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6">
                        <a:tint val="20000"/>
                      </a:schemeClr>
                    </a:solidFill>
                  </a:tcPr>
                </a:tc>
                <a:tc>
                  <a:txBody>
                    <a:bodyPr lIns="68400" rIns="68400"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chemeClr val="dk1"/>
                          </a:solidFill>
                          <a:latin typeface="Consolas"/>
                        </a:rPr>
                        <a:t>true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6">
                        <a:tint val="20000"/>
                      </a:schemeClr>
                    </a:solidFill>
                  </a:tcPr>
                </a:tc>
                <a:tc>
                  <a:txBody>
                    <a:bodyPr lIns="68400" rIns="68400"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chemeClr val="dk1"/>
                          </a:solidFill>
                          <a:latin typeface="Consolas"/>
                        </a:rPr>
                        <a:t>3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6">
                        <a:tint val="20000"/>
                      </a:schemeClr>
                    </a:solidFill>
                  </a:tcPr>
                </a:tc>
              </a:tr>
              <a:tr h="299160">
                <a:tc>
                  <a:txBody>
                    <a:bodyPr lIns="68400" rIns="6840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chemeClr val="dk1"/>
                          </a:solidFill>
                          <a:latin typeface="Rockwell"/>
                        </a:rPr>
                        <a:t>Or (∨): Either/both true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6">
                        <a:tint val="40000"/>
                      </a:schemeClr>
                    </a:solidFill>
                  </a:tcPr>
                </a:tc>
                <a:tc>
                  <a:txBody>
                    <a:bodyPr lIns="68400" rIns="68400"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-US" sz="1200" spc="-1" strike="noStrike">
                          <a:solidFill>
                            <a:schemeClr val="dk1"/>
                          </a:solidFill>
                          <a:latin typeface="Consolas"/>
                        </a:rPr>
                        <a:t>||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6">
                        <a:tint val="40000"/>
                      </a:schemeClr>
                    </a:solidFill>
                  </a:tcPr>
                </a:tc>
                <a:tc>
                  <a:txBody>
                    <a:bodyPr lIns="68400" rIns="6840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chemeClr val="dk1"/>
                          </a:solidFill>
                          <a:latin typeface="Consolas"/>
                        </a:rPr>
                        <a:t>3 &gt; 4 || 2 &gt; 3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6">
                        <a:tint val="40000"/>
                      </a:schemeClr>
                    </a:solidFill>
                  </a:tcPr>
                </a:tc>
                <a:tc>
                  <a:txBody>
                    <a:bodyPr lIns="68400" rIns="68400"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chemeClr val="dk1"/>
                          </a:solidFill>
                          <a:latin typeface="Consolas"/>
                        </a:rPr>
                        <a:t>false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6">
                        <a:tint val="40000"/>
                      </a:schemeClr>
                    </a:solidFill>
                  </a:tcPr>
                </a:tc>
                <a:tc>
                  <a:txBody>
                    <a:bodyPr lIns="68400" rIns="68400"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chemeClr val="dk1"/>
                          </a:solidFill>
                          <a:latin typeface="Consolas"/>
                        </a:rPr>
                        <a:t>4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6">
                        <a:tint val="4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4" name="Table 8"/>
          <p:cNvGraphicFramePr/>
          <p:nvPr/>
        </p:nvGraphicFramePr>
        <p:xfrm>
          <a:off x="6040080" y="1668960"/>
          <a:ext cx="2554200" cy="1320120"/>
        </p:xfrm>
        <a:graphic>
          <a:graphicData uri="http://schemas.openxmlformats.org/drawingml/2006/table">
            <a:tbl>
              <a:tblPr/>
              <a:tblGrid>
                <a:gridCol w="1987920"/>
                <a:gridCol w="566640"/>
              </a:tblGrid>
              <a:tr h="299160">
                <a:tc>
                  <a:txBody>
                    <a:bodyPr lIns="68400" rIns="68400"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-US" sz="1200" spc="-1" strike="noStrike">
                          <a:solidFill>
                            <a:schemeClr val="lt1"/>
                          </a:solidFill>
                          <a:latin typeface="Rockwell"/>
                        </a:rPr>
                        <a:t>All Operators</a:t>
                      </a:r>
                      <a:endParaRPr b="0" lang="en-U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 lIns="68400" rIns="68400"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-US" sz="1200" spc="-1" strike="noStrike">
                          <a:solidFill>
                            <a:schemeClr val="lt1"/>
                          </a:solidFill>
                          <a:latin typeface="Rockwell"/>
                        </a:rPr>
                        <a:t>Prec</a:t>
                      </a:r>
                      <a:endParaRPr b="0" lang="en-U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6"/>
                    </a:solidFill>
                  </a:tcPr>
                </a:tc>
              </a:tr>
              <a:tr h="270360">
                <a:tc>
                  <a:txBody>
                    <a:bodyPr lIns="68400" rIns="68400"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-US" sz="1200" spc="-1" strike="noStrike">
                          <a:solidFill>
                            <a:schemeClr val="dk1"/>
                          </a:solidFill>
                          <a:latin typeface="Consolas"/>
                        </a:rPr>
                        <a:t>()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6">
                        <a:tint val="40000"/>
                      </a:schemeClr>
                    </a:solidFill>
                  </a:tcPr>
                </a:tc>
                <a:tc>
                  <a:txBody>
                    <a:bodyPr lIns="68400" rIns="68400"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-US" sz="1200" spc="-1" strike="noStrike">
                          <a:solidFill>
                            <a:schemeClr val="dk1"/>
                          </a:solidFill>
                          <a:latin typeface="Consolas"/>
                        </a:rPr>
                        <a:t>1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6">
                        <a:tint val="40000"/>
                      </a:schemeClr>
                    </a:solidFill>
                  </a:tcPr>
                </a:tc>
              </a:tr>
              <a:tr h="270360">
                <a:tc>
                  <a:txBody>
                    <a:bodyPr lIns="68400" rIns="68400"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-US" sz="1200" spc="-1" strike="noStrike">
                          <a:solidFill>
                            <a:schemeClr val="dk1"/>
                          </a:solidFill>
                          <a:latin typeface="Consolas"/>
                        </a:rPr>
                        <a:t>Unary !, -, *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6">
                        <a:tint val="20000"/>
                      </a:schemeClr>
                    </a:solidFill>
                  </a:tcPr>
                </a:tc>
                <a:tc>
                  <a:txBody>
                    <a:bodyPr lIns="68400" rIns="68400"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-US" sz="1200" spc="-1" strike="noStrike">
                          <a:solidFill>
                            <a:schemeClr val="dk1"/>
                          </a:solidFill>
                          <a:latin typeface="Consolas"/>
                        </a:rPr>
                        <a:t>2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6">
                        <a:tint val="20000"/>
                      </a:schemeClr>
                    </a:solidFill>
                  </a:tcPr>
                </a:tc>
              </a:tr>
              <a:tr h="270360">
                <a:tc>
                  <a:txBody>
                    <a:bodyPr lIns="68400" rIns="68400"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-US" sz="1200" spc="-1" strike="noStrike">
                          <a:solidFill>
                            <a:schemeClr val="dk1"/>
                          </a:solidFill>
                          <a:latin typeface="Consolas"/>
                        </a:rPr>
                        <a:t>*, /, %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6">
                        <a:tint val="40000"/>
                      </a:schemeClr>
                    </a:solidFill>
                  </a:tcPr>
                </a:tc>
                <a:tc>
                  <a:txBody>
                    <a:bodyPr lIns="68400" rIns="68400"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-US" sz="1200" spc="-1" strike="noStrike">
                          <a:solidFill>
                            <a:schemeClr val="dk1"/>
                          </a:solidFill>
                          <a:latin typeface="Consolas"/>
                        </a:rPr>
                        <a:t>3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6">
                        <a:tint val="40000"/>
                      </a:schemeClr>
                    </a:solidFill>
                  </a:tcPr>
                </a:tc>
              </a:tr>
              <a:tr h="270360">
                <a:tc>
                  <a:txBody>
                    <a:bodyPr lIns="68400" rIns="68400"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-US" sz="1200" spc="-1" strike="noStrike">
                          <a:solidFill>
                            <a:schemeClr val="dk1"/>
                          </a:solidFill>
                          <a:latin typeface="Consolas"/>
                        </a:rPr>
                        <a:t>+, -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6">
                        <a:tint val="20000"/>
                      </a:schemeClr>
                    </a:solidFill>
                  </a:tcPr>
                </a:tc>
                <a:tc>
                  <a:txBody>
                    <a:bodyPr lIns="68400" rIns="68400"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-US" sz="1200" spc="-1" strike="noStrike">
                          <a:solidFill>
                            <a:schemeClr val="dk1"/>
                          </a:solidFill>
                          <a:latin typeface="Consolas"/>
                        </a:rPr>
                        <a:t>4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6">
                        <a:tint val="20000"/>
                      </a:schemeClr>
                    </a:solidFill>
                  </a:tcPr>
                </a:tc>
              </a:tr>
              <a:tr h="270360">
                <a:tc>
                  <a:txBody>
                    <a:bodyPr lIns="68400" rIns="68400"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-US" sz="1200" spc="-1" strike="noStrike">
                          <a:solidFill>
                            <a:schemeClr val="dk1"/>
                          </a:solidFill>
                          <a:latin typeface="Consolas"/>
                        </a:rPr>
                        <a:t>&lt;, &lt;=, &gt;, &gt;=, ==, != 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6">
                        <a:tint val="40000"/>
                      </a:schemeClr>
                    </a:solidFill>
                  </a:tcPr>
                </a:tc>
                <a:tc>
                  <a:txBody>
                    <a:bodyPr lIns="68400" rIns="68400"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-US" sz="1200" spc="-1" strike="noStrike">
                          <a:solidFill>
                            <a:schemeClr val="dk1"/>
                          </a:solidFill>
                          <a:latin typeface="Consolas"/>
                        </a:rPr>
                        <a:t>5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6">
                        <a:tint val="40000"/>
                      </a:schemeClr>
                    </a:solidFill>
                  </a:tcPr>
                </a:tc>
              </a:tr>
              <a:tr h="270360">
                <a:tc>
                  <a:txBody>
                    <a:bodyPr lIns="68400" rIns="68400"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-US" sz="1200" spc="-1" strike="noStrike">
                          <a:solidFill>
                            <a:schemeClr val="dk1"/>
                          </a:solidFill>
                          <a:latin typeface="Consolas"/>
                        </a:rPr>
                        <a:t>&amp;&amp;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6">
                        <a:tint val="20000"/>
                      </a:schemeClr>
                    </a:solidFill>
                  </a:tcPr>
                </a:tc>
                <a:tc>
                  <a:txBody>
                    <a:bodyPr lIns="68400" rIns="68400"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-US" sz="1200" spc="-1" strike="noStrike">
                          <a:solidFill>
                            <a:schemeClr val="dk1"/>
                          </a:solidFill>
                          <a:latin typeface="Consolas"/>
                        </a:rPr>
                        <a:t>6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6">
                        <a:tint val="20000"/>
                      </a:schemeClr>
                    </a:solidFill>
                  </a:tcPr>
                </a:tc>
              </a:tr>
              <a:tr h="270360">
                <a:tc>
                  <a:txBody>
                    <a:bodyPr lIns="68400" rIns="68400"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-US" sz="1200" spc="-1" strike="noStrike">
                          <a:solidFill>
                            <a:schemeClr val="dk1"/>
                          </a:solidFill>
                          <a:latin typeface="Consolas"/>
                        </a:rPr>
                        <a:t>||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6">
                        <a:tint val="40000"/>
                      </a:schemeClr>
                    </a:solidFill>
                  </a:tcPr>
                </a:tc>
                <a:tc>
                  <a:txBody>
                    <a:bodyPr lIns="68400" rIns="68400"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-US" sz="1200" spc="-1" strike="noStrike">
                          <a:solidFill>
                            <a:schemeClr val="dk1"/>
                          </a:solidFill>
                          <a:latin typeface="Consolas"/>
                        </a:rPr>
                        <a:t>7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6">
                        <a:tint val="40000"/>
                      </a:schemeClr>
                    </a:solidFill>
                  </a:tcPr>
                </a:tc>
              </a:tr>
              <a:tr h="270360">
                <a:tc>
                  <a:txBody>
                    <a:bodyPr lIns="68400" rIns="68400"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-US" sz="1200" spc="-1" strike="noStrike">
                          <a:solidFill>
                            <a:schemeClr val="dk1"/>
                          </a:solidFill>
                          <a:latin typeface="Consolas"/>
                        </a:rPr>
                        <a:t>..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6">
                        <a:tint val="20000"/>
                      </a:schemeClr>
                    </a:solidFill>
                  </a:tcPr>
                </a:tc>
                <a:tc>
                  <a:txBody>
                    <a:bodyPr lIns="68400" rIns="68400"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-US" sz="1200" spc="-1" strike="noStrike">
                          <a:solidFill>
                            <a:schemeClr val="dk1"/>
                          </a:solidFill>
                          <a:latin typeface="Consolas"/>
                        </a:rPr>
                        <a:t>8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6">
                        <a:tint val="2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55" name="PlaceHolder 3"/>
          <p:cNvSpPr>
            <a:spLocks noGrp="1"/>
          </p:cNvSpPr>
          <p:nvPr>
            <p:ph type="sldNum" idx="7"/>
          </p:nvPr>
        </p:nvSpPr>
        <p:spPr>
          <a:xfrm>
            <a:off x="7049160" y="4767120"/>
            <a:ext cx="2055960" cy="27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lt1">
                    <a:tint val="75000"/>
                  </a:schemeClr>
                </a:solidFill>
                <a:latin typeface="Rockwell"/>
                <a:ea typeface="MS PGothic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E76A2B78-D537-4BB8-B8A9-1A2BABE0B609}" type="slidenum">
              <a:rPr b="0" lang="en-US" sz="1200" spc="-1" strike="noStrike">
                <a:solidFill>
                  <a:schemeClr val="lt1">
                    <a:tint val="75000"/>
                  </a:schemeClr>
                </a:solidFill>
                <a:latin typeface="Rockwell"/>
                <a:ea typeface="MS PGothic"/>
              </a:rPr>
              <a:t>7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59" dur="indefinite" restart="never" nodeType="tmRoot">
          <p:childTnLst>
            <p:seq>
              <p:cTn id="160" dur="indefinite" nodeType="mainSeq">
                <p:childTnLst>
                  <p:par>
                    <p:cTn id="161" fill="hold">
                      <p:stCondLst>
                        <p:cond delay="indefinite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65" dur="500"/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6" fill="hold">
                      <p:stCondLst>
                        <p:cond delay="indefinite"/>
                      </p:stCondLst>
                      <p:childTnLst>
                        <p:par>
                          <p:cTn id="167" fill="hold">
                            <p:stCondLst>
                              <p:cond delay="0"/>
                            </p:stCondLst>
                            <p:childTnLst>
                              <p:par>
                                <p:cTn id="168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7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75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6" fill="hold">
                      <p:stCondLst>
                        <p:cond delay="indefinite"/>
                      </p:stCondLst>
                      <p:childTnLst>
                        <p:par>
                          <p:cTn id="177" fill="hold">
                            <p:stCondLst>
                              <p:cond delay="0"/>
                            </p:stCondLst>
                            <p:childTnLst>
                              <p:par>
                                <p:cTn id="178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80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PNE Theme Slide Deck">
  <a:themeElements>
    <a:clrScheme name="Custom 7">
      <a:dk1>
        <a:srgbClr val="000000"/>
      </a:dk1>
      <a:lt1>
        <a:srgbClr val="ffffff"/>
      </a:lt1>
      <a:dk2>
        <a:srgbClr val="000c3e"/>
      </a:dk2>
      <a:lt2>
        <a:srgbClr val="6c9ac3"/>
      </a:lt2>
      <a:accent1>
        <a:srgbClr val="00529b"/>
      </a:accent1>
      <a:accent2>
        <a:srgbClr val="00529b"/>
      </a:accent2>
      <a:accent3>
        <a:srgbClr val="e17f35"/>
      </a:accent3>
      <a:accent4>
        <a:srgbClr val="ff462c"/>
      </a:accent4>
      <a:accent5>
        <a:srgbClr val="ff462c"/>
      </a:accent5>
      <a:accent6>
        <a:srgbClr val="6c9ac3"/>
      </a:accent6>
      <a:hlink>
        <a:srgbClr val="ff462c"/>
      </a:hlink>
      <a:folHlink>
        <a:srgbClr val="ff7f35"/>
      </a:folHlink>
    </a:clrScheme>
    <a:fontScheme name="Advantage">
      <a:majorFont>
        <a:latin typeface="Rockwell" pitchFamily="0" charset="1"/>
        <a:ea typeface=""/>
        <a:cs typeface=""/>
      </a:majorFont>
      <a:minorFont>
        <a:latin typeface="Rockwel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100000"/>
                <a:shade val="40000"/>
                <a:lumMod val="100000"/>
              </a:schemeClr>
            </a:gs>
            <a:gs pos="100000">
              <a:schemeClr val="phClr">
                <a:tint val="70000"/>
                <a:shade val="100000"/>
                <a:lumMod val="100000"/>
              </a:schemeClr>
            </a:gs>
          </a:gsLst>
          <a:lin ang="6000000" scaled="1"/>
          <a:tileRect l="0" t="0" r="0" b="0"/>
        </a:gradFill>
        <a:gradFill>
          <a:gsLst>
            <a:gs pos="0">
              <a:schemeClr val="phClr">
                <a:shade val="40000"/>
                <a:lumMod val="100000"/>
              </a:schemeClr>
            </a:gs>
            <a:gs pos="100000">
              <a:schemeClr val="phClr">
                <a:tint val="70000"/>
                <a:shade val="100000"/>
                <a:lumMod val="100000"/>
              </a:schemeClr>
            </a:gs>
          </a:gsLst>
          <a:lin ang="5400000" scaled="1"/>
          <a:tileRect l="0" t="0" r="0" b="0"/>
        </a:gradFill>
      </a:fillStyleLst>
      <a:lnStyleLst>
        <a:ln w="12700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NE Theme Slide Deck">
  <a:themeElements>
    <a:clrScheme name="Custom 7">
      <a:dk1>
        <a:srgbClr val="000000"/>
      </a:dk1>
      <a:lt1>
        <a:srgbClr val="ffffff"/>
      </a:lt1>
      <a:dk2>
        <a:srgbClr val="000c3e"/>
      </a:dk2>
      <a:lt2>
        <a:srgbClr val="6c9ac3"/>
      </a:lt2>
      <a:accent1>
        <a:srgbClr val="00529b"/>
      </a:accent1>
      <a:accent2>
        <a:srgbClr val="00529b"/>
      </a:accent2>
      <a:accent3>
        <a:srgbClr val="e17f35"/>
      </a:accent3>
      <a:accent4>
        <a:srgbClr val="ff462c"/>
      </a:accent4>
      <a:accent5>
        <a:srgbClr val="ff462c"/>
      </a:accent5>
      <a:accent6>
        <a:srgbClr val="6c9ac3"/>
      </a:accent6>
      <a:hlink>
        <a:srgbClr val="ff462c"/>
      </a:hlink>
      <a:folHlink>
        <a:srgbClr val="ff7f35"/>
      </a:folHlink>
    </a:clrScheme>
    <a:fontScheme name="Advantage">
      <a:majorFont>
        <a:latin typeface="Rockwell" pitchFamily="0" charset="1"/>
        <a:ea typeface=""/>
        <a:cs typeface=""/>
      </a:majorFont>
      <a:minorFont>
        <a:latin typeface="Rockwel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100000"/>
                <a:shade val="40000"/>
                <a:lumMod val="100000"/>
              </a:schemeClr>
            </a:gs>
            <a:gs pos="100000">
              <a:schemeClr val="phClr">
                <a:tint val="70000"/>
                <a:shade val="100000"/>
                <a:lumMod val="100000"/>
              </a:schemeClr>
            </a:gs>
          </a:gsLst>
          <a:lin ang="6000000" scaled="1"/>
          <a:tileRect l="0" t="0" r="0" b="0"/>
        </a:gradFill>
        <a:gradFill>
          <a:gsLst>
            <a:gs pos="0">
              <a:schemeClr val="phClr">
                <a:shade val="40000"/>
                <a:lumMod val="100000"/>
              </a:schemeClr>
            </a:gs>
            <a:gs pos="100000">
              <a:schemeClr val="phClr">
                <a:tint val="70000"/>
                <a:shade val="100000"/>
                <a:lumMod val="100000"/>
              </a:schemeClr>
            </a:gs>
          </a:gsLst>
          <a:lin ang="5400000" scaled="1"/>
          <a:tileRect l="0" t="0" r="0" b="0"/>
        </a:gradFill>
      </a:fillStyleLst>
      <a:lnStyleLst>
        <a:ln w="12700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PNE Theme Slide Deck">
  <a:themeElements>
    <a:clrScheme name="Custom 7">
      <a:dk1>
        <a:srgbClr val="000000"/>
      </a:dk1>
      <a:lt1>
        <a:srgbClr val="ffffff"/>
      </a:lt1>
      <a:dk2>
        <a:srgbClr val="000c3e"/>
      </a:dk2>
      <a:lt2>
        <a:srgbClr val="6c9ac3"/>
      </a:lt2>
      <a:accent1>
        <a:srgbClr val="00529b"/>
      </a:accent1>
      <a:accent2>
        <a:srgbClr val="00529b"/>
      </a:accent2>
      <a:accent3>
        <a:srgbClr val="e17f35"/>
      </a:accent3>
      <a:accent4>
        <a:srgbClr val="ff462c"/>
      </a:accent4>
      <a:accent5>
        <a:srgbClr val="ff462c"/>
      </a:accent5>
      <a:accent6>
        <a:srgbClr val="6c9ac3"/>
      </a:accent6>
      <a:hlink>
        <a:srgbClr val="ff462c"/>
      </a:hlink>
      <a:folHlink>
        <a:srgbClr val="ff7f35"/>
      </a:folHlink>
    </a:clrScheme>
    <a:fontScheme name="Advantage">
      <a:majorFont>
        <a:latin typeface="Rockwell" pitchFamily="0" charset="1"/>
        <a:ea typeface=""/>
        <a:cs typeface=""/>
      </a:majorFont>
      <a:minorFont>
        <a:latin typeface="Rockwel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100000"/>
                <a:shade val="40000"/>
                <a:lumMod val="100000"/>
              </a:schemeClr>
            </a:gs>
            <a:gs pos="100000">
              <a:schemeClr val="phClr">
                <a:tint val="70000"/>
                <a:shade val="100000"/>
                <a:lumMod val="100000"/>
              </a:schemeClr>
            </a:gs>
          </a:gsLst>
          <a:lin ang="6000000" scaled="1"/>
          <a:tileRect l="0" t="0" r="0" b="0"/>
        </a:gradFill>
        <a:gradFill>
          <a:gsLst>
            <a:gs pos="0">
              <a:schemeClr val="phClr">
                <a:shade val="40000"/>
                <a:lumMod val="100000"/>
              </a:schemeClr>
            </a:gs>
            <a:gs pos="100000">
              <a:schemeClr val="phClr">
                <a:tint val="70000"/>
                <a:shade val="100000"/>
                <a:lumMod val="100000"/>
              </a:schemeClr>
            </a:gs>
          </a:gsLst>
          <a:lin ang="5400000" scaled="1"/>
          <a:tileRect l="0" t="0" r="0" b="0"/>
        </a:gradFill>
      </a:fillStyleLst>
      <a:lnStyleLst>
        <a:ln w="12700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PNE Theme Slide Deck">
  <a:themeElements>
    <a:clrScheme name="Custom 7">
      <a:dk1>
        <a:srgbClr val="000000"/>
      </a:dk1>
      <a:lt1>
        <a:srgbClr val="ffffff"/>
      </a:lt1>
      <a:dk2>
        <a:srgbClr val="000c3e"/>
      </a:dk2>
      <a:lt2>
        <a:srgbClr val="6c9ac3"/>
      </a:lt2>
      <a:accent1>
        <a:srgbClr val="00529b"/>
      </a:accent1>
      <a:accent2>
        <a:srgbClr val="00529b"/>
      </a:accent2>
      <a:accent3>
        <a:srgbClr val="e17f35"/>
      </a:accent3>
      <a:accent4>
        <a:srgbClr val="ff462c"/>
      </a:accent4>
      <a:accent5>
        <a:srgbClr val="ff462c"/>
      </a:accent5>
      <a:accent6>
        <a:srgbClr val="6c9ac3"/>
      </a:accent6>
      <a:hlink>
        <a:srgbClr val="ff462c"/>
      </a:hlink>
      <a:folHlink>
        <a:srgbClr val="ff7f35"/>
      </a:folHlink>
    </a:clrScheme>
    <a:fontScheme name="Advantage">
      <a:majorFont>
        <a:latin typeface="Rockwell" pitchFamily="0" charset="1"/>
        <a:ea typeface=""/>
        <a:cs typeface=""/>
      </a:majorFont>
      <a:minorFont>
        <a:latin typeface="Rockwel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100000"/>
                <a:shade val="40000"/>
                <a:lumMod val="100000"/>
              </a:schemeClr>
            </a:gs>
            <a:gs pos="100000">
              <a:schemeClr val="phClr">
                <a:tint val="70000"/>
                <a:shade val="100000"/>
                <a:lumMod val="100000"/>
              </a:schemeClr>
            </a:gs>
          </a:gsLst>
          <a:lin ang="6000000" scaled="1"/>
          <a:tileRect l="0" t="0" r="0" b="0"/>
        </a:gradFill>
        <a:gradFill>
          <a:gsLst>
            <a:gs pos="0">
              <a:schemeClr val="phClr">
                <a:shade val="40000"/>
                <a:lumMod val="100000"/>
              </a:schemeClr>
            </a:gs>
            <a:gs pos="100000">
              <a:schemeClr val="phClr">
                <a:tint val="70000"/>
                <a:shade val="100000"/>
                <a:lumMod val="100000"/>
              </a:schemeClr>
            </a:gs>
          </a:gsLst>
          <a:lin ang="5400000" scaled="1"/>
          <a:tileRect l="0" t="0" r="0" b="0"/>
        </a:gradFill>
      </a:fillStyleLst>
      <a:lnStyleLst>
        <a:ln w="12700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PNE Theme Slide Deck">
  <a:themeElements>
    <a:clrScheme name="Custom 7">
      <a:dk1>
        <a:srgbClr val="000000"/>
      </a:dk1>
      <a:lt1>
        <a:srgbClr val="ffffff"/>
      </a:lt1>
      <a:dk2>
        <a:srgbClr val="000c3e"/>
      </a:dk2>
      <a:lt2>
        <a:srgbClr val="6c9ac3"/>
      </a:lt2>
      <a:accent1>
        <a:srgbClr val="00529b"/>
      </a:accent1>
      <a:accent2>
        <a:srgbClr val="00529b"/>
      </a:accent2>
      <a:accent3>
        <a:srgbClr val="e17f35"/>
      </a:accent3>
      <a:accent4>
        <a:srgbClr val="ff462c"/>
      </a:accent4>
      <a:accent5>
        <a:srgbClr val="ff462c"/>
      </a:accent5>
      <a:accent6>
        <a:srgbClr val="6c9ac3"/>
      </a:accent6>
      <a:hlink>
        <a:srgbClr val="ff462c"/>
      </a:hlink>
      <a:folHlink>
        <a:srgbClr val="ff7f35"/>
      </a:folHlink>
    </a:clrScheme>
    <a:fontScheme name="Advantage">
      <a:majorFont>
        <a:latin typeface="Rockwell" pitchFamily="0" charset="1"/>
        <a:ea typeface=""/>
        <a:cs typeface=""/>
      </a:majorFont>
      <a:minorFont>
        <a:latin typeface="Rockwel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100000"/>
                <a:shade val="40000"/>
                <a:lumMod val="100000"/>
              </a:schemeClr>
            </a:gs>
            <a:gs pos="100000">
              <a:schemeClr val="phClr">
                <a:tint val="70000"/>
                <a:shade val="100000"/>
                <a:lumMod val="100000"/>
              </a:schemeClr>
            </a:gs>
          </a:gsLst>
          <a:lin ang="6000000" scaled="1"/>
          <a:tileRect l="0" t="0" r="0" b="0"/>
        </a:gradFill>
        <a:gradFill>
          <a:gsLst>
            <a:gs pos="0">
              <a:schemeClr val="phClr">
                <a:shade val="40000"/>
                <a:lumMod val="100000"/>
              </a:schemeClr>
            </a:gs>
            <a:gs pos="100000">
              <a:schemeClr val="phClr">
                <a:tint val="70000"/>
                <a:shade val="100000"/>
                <a:lumMod val="100000"/>
              </a:schemeClr>
            </a:gs>
          </a:gsLst>
          <a:lin ang="5400000" scaled="1"/>
          <a:tileRect l="0" t="0" r="0" b="0"/>
        </a:gradFill>
      </a:fillStyleLst>
      <a:lnStyleLst>
        <a:ln w="12700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PNE Theme Slide Deck">
  <a:themeElements>
    <a:clrScheme name="Custom 7">
      <a:dk1>
        <a:srgbClr val="000000"/>
      </a:dk1>
      <a:lt1>
        <a:srgbClr val="ffffff"/>
      </a:lt1>
      <a:dk2>
        <a:srgbClr val="000c3e"/>
      </a:dk2>
      <a:lt2>
        <a:srgbClr val="6c9ac3"/>
      </a:lt2>
      <a:accent1>
        <a:srgbClr val="00529b"/>
      </a:accent1>
      <a:accent2>
        <a:srgbClr val="00529b"/>
      </a:accent2>
      <a:accent3>
        <a:srgbClr val="e17f35"/>
      </a:accent3>
      <a:accent4>
        <a:srgbClr val="ff462c"/>
      </a:accent4>
      <a:accent5>
        <a:srgbClr val="ff462c"/>
      </a:accent5>
      <a:accent6>
        <a:srgbClr val="6c9ac3"/>
      </a:accent6>
      <a:hlink>
        <a:srgbClr val="ff462c"/>
      </a:hlink>
      <a:folHlink>
        <a:srgbClr val="ff7f35"/>
      </a:folHlink>
    </a:clrScheme>
    <a:fontScheme name="Advantage">
      <a:majorFont>
        <a:latin typeface="Rockwell" pitchFamily="0" charset="1"/>
        <a:ea typeface=""/>
        <a:cs typeface=""/>
      </a:majorFont>
      <a:minorFont>
        <a:latin typeface="Rockwel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100000"/>
                <a:shade val="40000"/>
                <a:lumMod val="100000"/>
              </a:schemeClr>
            </a:gs>
            <a:gs pos="100000">
              <a:schemeClr val="phClr">
                <a:tint val="70000"/>
                <a:shade val="100000"/>
                <a:lumMod val="100000"/>
              </a:schemeClr>
            </a:gs>
          </a:gsLst>
          <a:lin ang="6000000" scaled="1"/>
          <a:tileRect l="0" t="0" r="0" b="0"/>
        </a:gradFill>
        <a:gradFill>
          <a:gsLst>
            <a:gs pos="0">
              <a:schemeClr val="phClr">
                <a:shade val="40000"/>
                <a:lumMod val="100000"/>
              </a:schemeClr>
            </a:gs>
            <a:gs pos="100000">
              <a:schemeClr val="phClr">
                <a:tint val="70000"/>
                <a:shade val="100000"/>
                <a:lumMod val="100000"/>
              </a:schemeClr>
            </a:gs>
          </a:gsLst>
          <a:lin ang="5400000" scaled="1"/>
          <a:tileRect l="0" t="0" r="0" b="0"/>
        </a:gradFill>
      </a:fillStyleLst>
      <a:lnStyleLst>
        <a:ln w="12700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PNE Theme Slide Deck">
  <a:themeElements>
    <a:clrScheme name="Custom 7">
      <a:dk1>
        <a:srgbClr val="000000"/>
      </a:dk1>
      <a:lt1>
        <a:srgbClr val="ffffff"/>
      </a:lt1>
      <a:dk2>
        <a:srgbClr val="000c3e"/>
      </a:dk2>
      <a:lt2>
        <a:srgbClr val="6c9ac3"/>
      </a:lt2>
      <a:accent1>
        <a:srgbClr val="00529b"/>
      </a:accent1>
      <a:accent2>
        <a:srgbClr val="00529b"/>
      </a:accent2>
      <a:accent3>
        <a:srgbClr val="e17f35"/>
      </a:accent3>
      <a:accent4>
        <a:srgbClr val="ff462c"/>
      </a:accent4>
      <a:accent5>
        <a:srgbClr val="ff462c"/>
      </a:accent5>
      <a:accent6>
        <a:srgbClr val="6c9ac3"/>
      </a:accent6>
      <a:hlink>
        <a:srgbClr val="ff462c"/>
      </a:hlink>
      <a:folHlink>
        <a:srgbClr val="ff7f35"/>
      </a:folHlink>
    </a:clrScheme>
    <a:fontScheme name="Advantage">
      <a:majorFont>
        <a:latin typeface="Rockwell" pitchFamily="0" charset="1"/>
        <a:ea typeface=""/>
        <a:cs typeface=""/>
      </a:majorFont>
      <a:minorFont>
        <a:latin typeface="Rockwel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100000"/>
                <a:shade val="40000"/>
                <a:lumMod val="100000"/>
              </a:schemeClr>
            </a:gs>
            <a:gs pos="100000">
              <a:schemeClr val="phClr">
                <a:tint val="70000"/>
                <a:shade val="100000"/>
                <a:lumMod val="100000"/>
              </a:schemeClr>
            </a:gs>
          </a:gsLst>
          <a:lin ang="6000000" scaled="1"/>
          <a:tileRect l="0" t="0" r="0" b="0"/>
        </a:gradFill>
        <a:gradFill>
          <a:gsLst>
            <a:gs pos="0">
              <a:schemeClr val="phClr">
                <a:shade val="40000"/>
                <a:lumMod val="100000"/>
              </a:schemeClr>
            </a:gs>
            <a:gs pos="100000">
              <a:schemeClr val="phClr">
                <a:tint val="70000"/>
                <a:shade val="100000"/>
                <a:lumMod val="100000"/>
              </a:schemeClr>
            </a:gs>
          </a:gsLst>
          <a:lin ang="5400000" scaled="1"/>
          <a:tileRect l="0" t="0" r="0" b="0"/>
        </a:gradFill>
      </a:fillStyleLst>
      <a:lnStyleLst>
        <a:ln w="12700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PNE Theme Slide Deck">
  <a:themeElements>
    <a:clrScheme name="Custom 7">
      <a:dk1>
        <a:srgbClr val="000000"/>
      </a:dk1>
      <a:lt1>
        <a:srgbClr val="ffffff"/>
      </a:lt1>
      <a:dk2>
        <a:srgbClr val="000c3e"/>
      </a:dk2>
      <a:lt2>
        <a:srgbClr val="6c9ac3"/>
      </a:lt2>
      <a:accent1>
        <a:srgbClr val="00529b"/>
      </a:accent1>
      <a:accent2>
        <a:srgbClr val="00529b"/>
      </a:accent2>
      <a:accent3>
        <a:srgbClr val="e17f35"/>
      </a:accent3>
      <a:accent4>
        <a:srgbClr val="ff462c"/>
      </a:accent4>
      <a:accent5>
        <a:srgbClr val="ff462c"/>
      </a:accent5>
      <a:accent6>
        <a:srgbClr val="6c9ac3"/>
      </a:accent6>
      <a:hlink>
        <a:srgbClr val="ff462c"/>
      </a:hlink>
      <a:folHlink>
        <a:srgbClr val="ff7f35"/>
      </a:folHlink>
    </a:clrScheme>
    <a:fontScheme name="Advantage">
      <a:majorFont>
        <a:latin typeface="Rockwell" pitchFamily="0" charset="1"/>
        <a:ea typeface=""/>
        <a:cs typeface=""/>
      </a:majorFont>
      <a:minorFont>
        <a:latin typeface="Rockwel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100000"/>
                <a:shade val="40000"/>
                <a:lumMod val="100000"/>
              </a:schemeClr>
            </a:gs>
            <a:gs pos="100000">
              <a:schemeClr val="phClr">
                <a:tint val="70000"/>
                <a:shade val="100000"/>
                <a:lumMod val="100000"/>
              </a:schemeClr>
            </a:gs>
          </a:gsLst>
          <a:lin ang="6000000" scaled="1"/>
          <a:tileRect l="0" t="0" r="0" b="0"/>
        </a:gradFill>
        <a:gradFill>
          <a:gsLst>
            <a:gs pos="0">
              <a:schemeClr val="phClr">
                <a:shade val="40000"/>
                <a:lumMod val="100000"/>
              </a:schemeClr>
            </a:gs>
            <a:gs pos="100000">
              <a:schemeClr val="phClr">
                <a:tint val="70000"/>
                <a:shade val="100000"/>
                <a:lumMod val="100000"/>
              </a:schemeClr>
            </a:gs>
          </a:gsLst>
          <a:lin ang="5400000" scaled="1"/>
          <a:tileRect l="0" t="0" r="0" b="0"/>
        </a:gradFill>
      </a:fillStyleLst>
      <a:lnStyleLst>
        <a:ln w="12700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23714</TotalTime>
  <Application>LibreOffice/24.2.7.2$Linux_X86_64 LibreOffice_project/420$Build-2</Application>
  <AppVersion>15.0000</AppVersion>
  <Words>891</Words>
  <Paragraphs>303</Paragraphs>
  <Company>UF College of Engineering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2013-09-18T13:46:37Z</dcterms:created>
  <dc:creator>Cocherell,Teresa D</dc:creator>
  <dc:description/>
  <dc:language>en-US</dc:language>
  <cp:lastModifiedBy/>
  <cp:lastPrinted>2014-01-31T19:29:42Z</cp:lastPrinted>
  <dcterms:modified xsi:type="dcterms:W3CDTF">2026-05-17T01:09:29Z</dcterms:modified>
  <cp:revision>620</cp:revision>
  <dc:subject/>
  <dc:title>College Performance Data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12</vt:i4>
  </property>
  <property fmtid="{D5CDD505-2E9C-101B-9397-08002B2CF9AE}" pid="3" name="PresentationFormat">
    <vt:lpwstr>On-screen Show (16:9)</vt:lpwstr>
  </property>
  <property fmtid="{D5CDD505-2E9C-101B-9397-08002B2CF9AE}" pid="4" name="Slides">
    <vt:i4>12</vt:i4>
  </property>
</Properties>
</file>